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7"/>
  </p:notesMasterIdLst>
  <p:handoutMasterIdLst>
    <p:handoutMasterId r:id="rId8"/>
  </p:handoutMasterIdLst>
  <p:sldIdLst>
    <p:sldId id="301" r:id="rIdS1"/>
    <p:sldId id="302" r:id="rIdS2"/>
    <p:sldId id="303" r:id="rIdS3"/>
    <p:sldId id="304" r:id="rIdS4"/>
    <p:sldId id="305" r:id="rIdS5"/>
    <p:sldId id="306" r:id="rIdS6"/>
    <p:sldId id="307" r:id="rIdS7"/>
    <p:sldId id="308" r:id="rIdS8"/>
  </p:sldIdLst>
  <p:sldSz cx="12190413" cy="6858000"/>
  <p:notesSz cx="7099300" cy="10234613"/>
  <p:embeddedFontLst>
    <p:embeddedFont>
      <p:font typeface="Consolas" panose="020B0609020204030204" pitchFamily="49" charset="0"/>
      <p:regular r:id="rId9"/>
      <p:bold r:id="rId10"/>
      <p:italic r:id="rId11"/>
      <p:boldItalic r:id="rId12"/>
    </p:embeddedFont>
  </p:embeddedFontLst>
  <p:custDataLst>
    <p:tags r:id="rId1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3224" userDrawn="1">
          <p15:clr>
            <a:srgbClr val="A4A3A4"/>
          </p15:clr>
        </p15:guide>
        <p15:guide id="2" pos="2236"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AC6B214-00A1-9B7C-E1C1-D20B39CCE96C}" name="Marco Kristandt" initials="MK" userId="S::marco.kristandt@dachser.com::6c11a291-ba68-4692-8388-99d4d85f4b16" providerId="AD"/>
  <p188:author id="{6B61EE30-968A-264D-CD18-DF6F2FA8B5A8}" name="Joachim Albers (193)" initials="JA" userId="S::joachim.albers@dachser.com::cdbffbb4-8507-4256-9435-4e843f110fb2" providerId="AD"/>
  <p188:author id="{20F3DE34-CFFF-E178-0CDA-7671F262F8EB}" name="Bruno Ferreira (876)" initials="B(" userId="S::bruno.ferreira@dachser.com::c975d852-4312-4ffb-a490-83f38bf23cad" providerId="AD"/>
  <p188:author id="{A323908F-BA3F-72A1-F15B-8D0232546C96}" name="Fatma Ustaer-Berber" initials="FU" userId="S::fatma.ustaer-berber@dachser.com::19efdec0-7c33-468f-9243-34b9641c9433" providerId="AD"/>
  <p188:author id="{FC92119D-2432-908B-6621-83D9FA4CD2DA}" name="Lena Kraaz" initials="LK" userId="S::lena.kraaz@innoq.com::7fc1cf90-f41d-400c-84bf-494132ceff43" providerId="AD"/>
  <p188:author id="{8E0F73B1-39F7-7DA7-E739-072FCC52CFE4}" name="Roberto Antonio Parra Maldonado" initials="RM" userId="S::robertoantonio.parramaldonado@dachser.com::97aecb50-8bd1-4128-b010-738e2c2ac07b" providerId="AD"/>
  <p188:author id="{1D00ABC8-FAB1-D58B-6BE1-5BF4D1F53A9D}" name="Gastbenutzer" initials="Ga" userId="S::urn:spo:anon#888025777086f456bd05fc7b73efb0bf4c6991df870e777f1c44bbcbcfb23660::" providerId="AD"/>
  <p188:author id="{804D73ED-5DC5-B7E1-6BC3-DB8137CA80CA}" name="Florian Marquardt (193)" initials="" userId="S::Florian.Marquardt@dachser.com::772bf429-7797-4a29-8b96-c3854af58a1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E9F1"/>
    <a:srgbClr val="8191BA"/>
    <a:srgbClr val="FDD973"/>
    <a:srgbClr val="FEE8AC"/>
    <a:srgbClr val="6A7CAE"/>
    <a:srgbClr val="FDDC7F"/>
    <a:srgbClr val="8C9AC0"/>
    <a:srgbClr val="7F7F7F"/>
    <a:srgbClr val="262626"/>
    <a:srgbClr val="59595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5464F2E-29F2-4E25-43C3-4940935E19B8}" v="5" dt="2025-03-12T14:11:59.575"/>
  </p1510:revLst>
</p1510:revInfo>
</file>

<file path=ppt/tableStyles.xml><?xml version="1.0" encoding="utf-8"?>
<a:tblStyleLst xmlns:a="http://schemas.openxmlformats.org/drawingml/2006/main" def="{0E3FDE45-AF77-4B5C-9715-49D594BDF05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E3FDE45-AF77-4B5C-9715-49D594BDF05E}" styleName="Helle Formatvorlage 1 - Akz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1" d="100"/>
          <a:sy n="101" d="100"/>
        </p:scale>
        <p:origin x="550" y="456"/>
      </p:cViewPr>
      <p:guideLst/>
    </p:cSldViewPr>
  </p:slideViewPr>
  <p:notesTextViewPr>
    <p:cViewPr>
      <p:scale>
        <a:sx n="1" d="1"/>
        <a:sy n="1" d="1"/>
      </p:scale>
      <p:origin x="0" y="0"/>
    </p:cViewPr>
  </p:notesTextViewPr>
  <p:notesViewPr>
    <p:cSldViewPr snapToGrid="0">
      <p:cViewPr>
        <p:scale>
          <a:sx n="1" d="2"/>
          <a:sy n="1" d="2"/>
        </p:scale>
        <p:origin x="0" y="0"/>
      </p:cViewPr>
      <p:guideLst>
        <p:guide orient="horz" pos="3224"/>
        <p:guide pos="2236"/>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13" Type="http://schemas.openxmlformats.org/officeDocument/2006/relationships/tags" Target="tags/tag1.xml"/><Relationship Id="rId7" Type="http://schemas.openxmlformats.org/officeDocument/2006/relationships/notesMaster" Target="notesMasters/notesMaster1.xml"/><Relationship Id="rId12" Type="http://schemas.openxmlformats.org/officeDocument/2006/relationships/font" Target="fonts/font4.fntdata"/><Relationship Id="rId17" Type="http://schemas.openxmlformats.org/officeDocument/2006/relationships/tableStyles" Target="tableStyles.xml"/><Relationship Id="rId16" Type="http://schemas.openxmlformats.org/officeDocument/2006/relationships/theme" Target="theme/theme1.xml"/><Relationship Id="rId20" Type="http://schemas.microsoft.com/office/2018/10/relationships/authors" Target="authors.xml"/><Relationship Id="rId1" Type="http://schemas.openxmlformats.org/officeDocument/2006/relationships/slideMaster" Target="slideMasters/slideMaster1.xml"/><Relationship Id="rId11" Type="http://schemas.openxmlformats.org/officeDocument/2006/relationships/font" Target="fonts/font3.fntdata"/><Relationship Id="rId15" Type="http://schemas.openxmlformats.org/officeDocument/2006/relationships/viewProps" Target="viewProps.xml"/><Relationship Id="rId10" Type="http://schemas.openxmlformats.org/officeDocument/2006/relationships/font" Target="fonts/font2.fntdata"/><Relationship Id="rId19" Type="http://schemas.microsoft.com/office/2015/10/relationships/revisionInfo" Target="revisionInfo.xml"/><Relationship Id="rId9" Type="http://schemas.openxmlformats.org/officeDocument/2006/relationships/font" Target="fonts/font1.fntdata"/><Relationship Id="rId14" Type="http://schemas.openxmlformats.org/officeDocument/2006/relationships/presProps" Target="presProps.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Footer"/>
          <p:cNvSpPr>
            <a:spLocks noGrp="1"/>
          </p:cNvSpPr>
          <p:nvPr>
            <p:ph type="ftr" sz="quarter" idx="2"/>
          </p:nvPr>
        </p:nvSpPr>
        <p:spPr bwMode="gray">
          <a:xfrm>
            <a:off x="0" y="9630207"/>
            <a:ext cx="5217333" cy="604406"/>
          </a:xfrm>
          <a:prstGeom prst="rect">
            <a:avLst/>
          </a:prstGeom>
        </p:spPr>
        <p:txBody>
          <a:bodyPr vert="horz" lIns="389952" tIns="0" rIns="0" bIns="194976" rtlCol="0" anchor="b"/>
          <a:lstStyle>
            <a:lvl1pPr algn="l">
              <a:defRPr sz="1300"/>
            </a:lvl1pPr>
          </a:lstStyle>
          <a:p>
            <a:r>
              <a:rPr lang="en-US"/>
              <a:t>Presentation Title</a:t>
            </a:r>
          </a:p>
        </p:txBody>
      </p:sp>
      <p:sp>
        <p:nvSpPr>
          <p:cNvPr id="5" name="Slide Number"/>
          <p:cNvSpPr>
            <a:spLocks noGrp="1"/>
          </p:cNvSpPr>
          <p:nvPr>
            <p:ph type="sldNum" sz="quarter" idx="3"/>
          </p:nvPr>
        </p:nvSpPr>
        <p:spPr bwMode="gray">
          <a:xfrm>
            <a:off x="5608633" y="9630207"/>
            <a:ext cx="1490667" cy="604406"/>
          </a:xfrm>
          <a:prstGeom prst="rect">
            <a:avLst/>
          </a:prstGeom>
        </p:spPr>
        <p:txBody>
          <a:bodyPr vert="horz" lIns="0" tIns="0" rIns="389952" bIns="194976" rtlCol="0" anchor="b"/>
          <a:lstStyle>
            <a:lvl1pPr algn="r">
              <a:defRPr sz="1300"/>
            </a:lvl1pPr>
          </a:lstStyle>
          <a:p>
            <a:fld id="{CD9C266D-9BF6-45DD-93F4-23D3D4380AFF}" type="slidenum">
              <a:rPr lang="en-US" smtClean="0"/>
              <a:t>‹#›</a:t>
            </a:fld>
            <a:endParaRPr lang="en-US"/>
          </a:p>
        </p:txBody>
      </p:sp>
    </p:spTree>
    <p:extLst>
      <p:ext uri="{BB962C8B-B14F-4D97-AF65-F5344CB8AC3E}">
        <p14:creationId xmlns:p14="http://schemas.microsoft.com/office/powerpoint/2010/main" val="1567939925"/>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Picture"/>
          <p:cNvSpPr>
            <a:spLocks noGrp="1" noRot="1" noChangeAspect="1"/>
          </p:cNvSpPr>
          <p:nvPr>
            <p:ph type="sldImg" idx="2"/>
          </p:nvPr>
        </p:nvSpPr>
        <p:spPr bwMode="gray">
          <a:xfrm>
            <a:off x="114300" y="484188"/>
            <a:ext cx="6870700" cy="3865562"/>
          </a:xfrm>
          <a:prstGeom prst="rect">
            <a:avLst/>
          </a:prstGeom>
          <a:noFill/>
          <a:ln w="12700">
            <a:solidFill>
              <a:prstClr val="black"/>
            </a:solidFill>
            <a:miter lim="800000"/>
          </a:ln>
        </p:spPr>
        <p:txBody>
          <a:bodyPr vert="horz" lIns="0" tIns="0" rIns="0" bIns="0" rtlCol="0" anchor="ctr"/>
          <a:lstStyle/>
          <a:p>
            <a:endParaRPr lang="en-US" noProof="0"/>
          </a:p>
        </p:txBody>
      </p:sp>
      <p:sp>
        <p:nvSpPr>
          <p:cNvPr id="5" name="Note"/>
          <p:cNvSpPr>
            <a:spLocks noGrp="1"/>
          </p:cNvSpPr>
          <p:nvPr>
            <p:ph type="body" sz="quarter" idx="3"/>
          </p:nvPr>
        </p:nvSpPr>
        <p:spPr bwMode="gray">
          <a:xfrm>
            <a:off x="372665" y="4754663"/>
            <a:ext cx="6353967" cy="4553194"/>
          </a:xfrm>
          <a:prstGeom prst="rect">
            <a:avLst/>
          </a:prstGeom>
        </p:spPr>
        <p:txBody>
          <a:bodyPr vert="horz" lIns="0" tIns="0" rIns="0" bIns="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cNvSpPr>
            <a:spLocks noGrp="1"/>
          </p:cNvSpPr>
          <p:nvPr>
            <p:ph type="ftr" sz="quarter" idx="4"/>
          </p:nvPr>
        </p:nvSpPr>
        <p:spPr bwMode="gray">
          <a:xfrm>
            <a:off x="0" y="9630207"/>
            <a:ext cx="5217333" cy="604406"/>
          </a:xfrm>
          <a:prstGeom prst="rect">
            <a:avLst/>
          </a:prstGeom>
        </p:spPr>
        <p:txBody>
          <a:bodyPr vert="horz" lIns="389952" tIns="0" rIns="0" bIns="194976" rtlCol="0" anchor="b"/>
          <a:lstStyle>
            <a:lvl1pPr algn="l">
              <a:defRPr sz="1300"/>
            </a:lvl1pPr>
          </a:lstStyle>
          <a:p>
            <a:r>
              <a:rPr lang="en-US" noProof="0"/>
              <a:t>Presentation Title</a:t>
            </a:r>
          </a:p>
        </p:txBody>
      </p:sp>
      <p:sp>
        <p:nvSpPr>
          <p:cNvPr id="7" name="Slider number"/>
          <p:cNvSpPr>
            <a:spLocks noGrp="1"/>
          </p:cNvSpPr>
          <p:nvPr>
            <p:ph type="sldNum" sz="quarter" idx="5"/>
          </p:nvPr>
        </p:nvSpPr>
        <p:spPr bwMode="gray">
          <a:xfrm>
            <a:off x="5608633" y="9630207"/>
            <a:ext cx="1490667" cy="604406"/>
          </a:xfrm>
          <a:prstGeom prst="rect">
            <a:avLst/>
          </a:prstGeom>
        </p:spPr>
        <p:txBody>
          <a:bodyPr vert="horz" lIns="0" tIns="0" rIns="389952" bIns="194976" rtlCol="0" anchor="b"/>
          <a:lstStyle>
            <a:lvl1pPr algn="r">
              <a:defRPr sz="1300"/>
            </a:lvl1pPr>
          </a:lstStyle>
          <a:p>
            <a:fld id="{92DA5471-CC57-402A-9527-36A1D012F698}" type="slidenum">
              <a:rPr lang="en-US" noProof="0" smtClean="0"/>
              <a:t>‹#›</a:t>
            </a:fld>
            <a:endParaRPr lang="en-US" noProof="0"/>
          </a:p>
        </p:txBody>
      </p:sp>
    </p:spTree>
    <p:extLst>
      <p:ext uri="{BB962C8B-B14F-4D97-AF65-F5344CB8AC3E}">
        <p14:creationId xmlns:p14="http://schemas.microsoft.com/office/powerpoint/2010/main" val="128653505"/>
      </p:ext>
    </p:extLst>
  </p:cSld>
  <p:clrMap bg1="lt1" tx1="dk1" bg2="lt2" tx2="dk2" accent1="accent1" accent2="accent2" accent3="accent3" accent4="accent4" accent5="accent5" accent6="accent6" hlink="hlink" folHlink="folHlink"/>
  <p:hf hdr="0" dt="0"/>
  <p:notesStyle>
    <a:lvl1pPr marL="0" algn="l" defTabSz="914400" rtl="0" eaLnBrk="1" latinLnBrk="0" hangingPunct="1">
      <a:lnSpc>
        <a:spcPct val="90000"/>
      </a:lnSpc>
      <a:spcAft>
        <a:spcPts val="1000"/>
      </a:spcAft>
      <a:defRPr sz="1200" kern="1200">
        <a:solidFill>
          <a:schemeClr val="tx1"/>
        </a:solidFill>
        <a:latin typeface="+mn-lt"/>
        <a:ea typeface="+mn-ea"/>
        <a:cs typeface="+mn-cs"/>
      </a:defRPr>
    </a:lvl1pPr>
    <a:lvl2pPr marL="360000" algn="l" defTabSz="914400" rtl="0" eaLnBrk="1" latinLnBrk="0" hangingPunct="1">
      <a:lnSpc>
        <a:spcPct val="90000"/>
      </a:lnSpc>
      <a:spcAft>
        <a:spcPts val="1000"/>
      </a:spcAft>
      <a:defRPr sz="1200" kern="1200">
        <a:solidFill>
          <a:schemeClr val="tx1"/>
        </a:solidFill>
        <a:latin typeface="+mn-lt"/>
        <a:ea typeface="+mn-ea"/>
        <a:cs typeface="+mn-cs"/>
      </a:defRPr>
    </a:lvl2pPr>
    <a:lvl3pPr marL="720000" algn="l" defTabSz="914400" rtl="0" eaLnBrk="1" latinLnBrk="0" hangingPunct="1">
      <a:lnSpc>
        <a:spcPct val="90000"/>
      </a:lnSpc>
      <a:spcAft>
        <a:spcPts val="1000"/>
      </a:spcAft>
      <a:defRPr sz="1200" kern="1200">
        <a:solidFill>
          <a:schemeClr val="tx1"/>
        </a:solidFill>
        <a:latin typeface="+mn-lt"/>
        <a:ea typeface="+mn-ea"/>
        <a:cs typeface="+mn-cs"/>
      </a:defRPr>
    </a:lvl3pPr>
    <a:lvl4pPr marL="1080000" algn="l" defTabSz="914400" rtl="0" eaLnBrk="1" latinLnBrk="0" hangingPunct="1">
      <a:lnSpc>
        <a:spcPct val="90000"/>
      </a:lnSpc>
      <a:spcAft>
        <a:spcPts val="1000"/>
      </a:spcAft>
      <a:defRPr sz="1200" kern="1200">
        <a:solidFill>
          <a:schemeClr val="tx1"/>
        </a:solidFill>
        <a:latin typeface="+mn-lt"/>
        <a:ea typeface="+mn-ea"/>
        <a:cs typeface="+mn-cs"/>
      </a:defRPr>
    </a:lvl4pPr>
    <a:lvl5pPr marL="1440000" algn="l" defTabSz="914400" rtl="0" eaLnBrk="1" latinLnBrk="0" hangingPunct="1">
      <a:lnSpc>
        <a:spcPct val="90000"/>
      </a:lnSpc>
      <a:spcAft>
        <a:spcPts val="100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r>
              <a:rPr lang="en-US" dirty="0"/>
              <a:t>~30 s. Introduce yourself and the exercise.</a:t>
            </a:r>
          </a:p>
          <a:p>
            <a:r>
              <a:rPr lang="en-US" dirty="0"/>
              <a:t>"I built Profit Calculation: a full-stack application where the Finance Department picks a shipment, enters its income and costs, and immediately sees whether it made a profit or a loss, keeping a history of every calculation."</a:t>
            </a:r>
          </a:p>
          <a:p>
            <a:r>
              <a:rPr lang="en-US" dirty="0"/>
              <a:t>Stack in one breath: Java 17 and Spring Boot 3.1.5 REST API, Angular 17.1 frontend, H2 in-memory database.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r>
              <a:rPr lang="en-US" dirty="0"/>
              <a:t>~1 min. Set the context before the solution.</a:t>
            </a:r>
          </a:p>
          <a:p>
            <a:r>
              <a:rPr lang="en-US" dirty="0"/>
              <a:t>Problem: Finance must know whether each shipment made a profit or a loss. Users: the Finance Department; customers are not users.</a:t>
            </a:r>
          </a:p>
          <a:p>
            <a:r>
              <a:rPr lang="en-US" dirty="0"/>
              <a:t>Requirements from the use case document: FR1 income per shipment, FR2 all service costs, FR3 profit or loss per shipment.</a:t>
            </a:r>
          </a:p>
          <a:p>
            <a:r>
              <a:rPr lang="en-US" dirty="0"/>
              <a:t>The rule: profit = income - (cost + additional cost); a negative number is a loss.</a:t>
            </a:r>
          </a:p>
          <a:p>
            <a:r>
              <a:rPr lang="en-US" dirty="0"/>
              <a:t>Clarifications I made: additional cost is optional; each calculation is independent because the prototype's history rows (1000/200/800 and 500/900/-400) only make sense that way; results are stored, as the use case post-condition says.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r>
              <a:rPr lang="en-US" dirty="0"/>
              <a:t>~45 s. One actor: the Finance Department user (customers are not users).</a:t>
            </a:r>
          </a:p>
          <a:p>
            <a:r>
              <a:rPr lang="en-US" dirty="0"/>
              <a:t>Walk the five use cases top to bottom: this is everything the UI supports, nothing more.</a:t>
            </a:r>
          </a:p>
          <a:p>
            <a:r>
              <a:rPr lang="en-US" dirty="0"/>
              <a:t>Then the rules on the right: enforced on the client (form validators), on the server (Bean Validation) and in the database (CHECK constraints).</a:t>
            </a:r>
          </a:p>
          <a:p>
            <a:r>
              <a:rPr lang="en-US" dirty="0"/>
              <a:t>Mention the extra endpoint: find a shipment by code exists in the API and the Postman collection, but not in the UI.</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r>
              <a:rPr lang="en-US" dirty="0"/>
              <a:t>1-1.5 min, one of the key slides. Go left to right.</a:t>
            </a:r>
          </a:p>
          <a:p>
            <a:r>
              <a:rPr lang="en-US" dirty="0"/>
              <a:t>1) The Angular SPA runs in the browser. The Angular dev server on :4200 serves the bundle and proxies /api to the backend (CORS is also configured for :4200).</a:t>
            </a:r>
          </a:p>
          <a:p>
            <a:r>
              <a:rPr lang="en-US" dirty="0"/>
              <a:t>2) Spring Boot on :8000 has three layers: REST controller (HTTP, JSON, validation), services (business rule and transactions) and Spring Data JPA repositories with the entities.</a:t>
            </a:r>
          </a:p>
          <a:p>
            <a:r>
              <a:rPr lang="en-US" dirty="0"/>
              <a:t>3) Data lives in H2 in-memory; schema.sql and data.sql recreate it on every start and Hibernate only validates the entities.</a:t>
            </a:r>
          </a:p>
          <a:p>
            <a:r>
              <a:rPr lang="en-US" dirty="0"/>
              <a:t>Cross-cutting: @Valid gives 400, a global exception handler returns ProblemDetail for 404/400/500, and the H2 console for inspection. Postman calls the API directly on :8000.</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r>
              <a:rPr lang="en-US" dirty="0"/>
              <a:t>~1 min. Four tables.</a:t>
            </a:r>
          </a:p>
          <a:p>
            <a:r>
              <a:rPr lang="en-US" dirty="0"/>
              <a:t>shipments: the shipment code is the business key shown in the UI.</a:t>
            </a:r>
          </a:p>
          <a:p>
            <a:r>
              <a:rPr lang="en-US" dirty="0"/>
              <a:t>profit_calculations: one row per calculation = one row of the history. It belongs to a shipment.</a:t>
            </a:r>
          </a:p>
          <a:p>
            <a:r>
              <a:rPr lang="en-US" dirty="0"/>
              <a:t>incomes and costs belong to a calculation (calculation_id, ON DELETE CASCADE). Costs are told apart by description: "Cost" and "Additional cost".</a:t>
            </a:r>
          </a:p>
          <a:p>
            <a:r>
              <a:rPr lang="en-US" dirty="0"/>
              <a:t>How the figures are obtained (bottom row): the service creates one income and one or two costs, sums them with BigDecimal and stores the totals and the result on the calculation, so the history is read without re-summing. The database double-checks with a CHECK constraint and amounts can never be negative.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r>
              <a:rPr lang="en-US" dirty="0"/>
              <a:t>~1 min. Trace one POST from left to right and back.</a:t>
            </a:r>
          </a:p>
          <a:p>
            <a:r>
              <a:rPr lang="en-US" dirty="0"/>
              <a:t>1-3: the user clicks Calculate; the validated form emits a CalculationRequest; the page calls the Angular service, which POSTs JSON to /api/shipments/{id}/profit-calculations.</a:t>
            </a:r>
          </a:p>
          <a:p>
            <a:r>
              <a:rPr lang="en-US" dirty="0"/>
              <a:t>4: the controller validates the body with @Valid; invalid data stops here with a 400 ProblemDetail.</a:t>
            </a:r>
          </a:p>
          <a:p>
            <a:r>
              <a:rPr lang="en-US" dirty="0"/>
              <a:t>5-7: the service loads the shipment; if it does not exist, ShipmentNotFoundException gives a 404.</a:t>
            </a:r>
          </a:p>
          <a:p>
            <a:r>
              <a:rPr lang="en-US" dirty="0"/>
              <a:t>8: it builds the calculation with one income and the cost(s) and computes profit = income - costs with BigDecimal.</a:t>
            </a:r>
          </a:p>
          <a:p>
            <a:r>
              <a:rPr lang="en-US" dirty="0"/>
              <a:t>9-10: a single save() inside @Transactional inserts the calculation and, by cascade, its income and costs.</a:t>
            </a:r>
          </a:p>
          <a:p>
            <a:r>
              <a:rPr lang="en-US" dirty="0"/>
              <a:t>Back: the mapper builds a ProfitCalculationResponse, the API answers 201 Created, and the page puts the new row on top of the history, resets the form and shows a snackbar.</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r>
              <a:rPr lang="en-US" dirty="0"/>
              <a:t>1-2 min. Ideally switch to the live app (backend: mvnw spring-boot:run, frontend: npm start, open localhost:4200).</a:t>
            </a:r>
          </a:p>
          <a:p>
            <a:r>
              <a:rPr lang="en-US" dirty="0"/>
              <a:t>Demo: select SHP-0001, the history loads; enter income 1000, cost 150, additional cost 50; Calculate; a new row 1,000.00 / 200.00 / 800.00 appears on top, in green, with a snackbar. Optionally show a validation error (empty income) and sort a column.</a:t>
            </a:r>
          </a:p>
          <a:p>
            <a:r>
              <a:rPr lang="en-US" dirty="0"/>
              <a:t>Implementation detail: ProfitCalculation is an aggregate that owns its incomes and costs. addIncome/addCost keep both sides of the relation in sync, and cascade = ALL lets one save() inside @Transactional persist everything together. The database CHECK constraint is the last guard that the stored result is consistent.</a:t>
            </a:r>
          </a:p>
          <a:p>
            <a:r>
              <a:rPr lang="en-US" dirty="0"/>
              <a:t>Backend tests: 27 JUnit tests (MockMvc controller, Mockito service, @DataJpaTest repositories on real H2).</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r>
              <a:rPr lang="en-US" dirty="0"/>
              <a:t>~1 min. Be explicit about what exists and what I would add.</a:t>
            </a:r>
          </a:p>
          <a:p>
            <a:r>
              <a:rPr lang="en-US" dirty="0"/>
              <a:t>27 backend tests with JUnit 5, one tool per layer: 9 controller tests with @WebMvcTest and MockMvc check HTTP status codes and ProblemDetail bodies; 11 service tests with Mockito (8 for calculations, 3 for shipments) check the rule in isolation; 6 repository tests with @DataJpaTest run against a real H2 database with the real schema; plus 1 context-load test.</a:t>
            </a:r>
          </a:p>
          <a:p>
            <a:r>
              <a:rPr lang="en-US" dirty="0"/>
              <a:t>Edge cases: a loss, the optional additional cost, missing or negative values, malformed JSON, an unknown shipment, an unexpected error returning a generic 500, and the database CHECK rejecting an inconsistent result.</a:t>
            </a:r>
          </a:p>
          <a:p>
            <a:r>
              <a:rPr lang="en-US" dirty="0"/>
              <a:t>Money is compared with isEqualByComparingTo, so 200 and 200.00 are equal (BigDecimal scale).</a:t>
            </a:r>
          </a:p>
          <a:p>
            <a:r>
              <a:rPr lang="en-US" dirty="0"/>
              <a:t>Not implemented yet: Angular unit tests (Jasmine/Karma) and an end-to-end test of the whole flow.</a:t>
            </a: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Corporate">
    <p:spTree>
      <p:nvGrpSpPr>
        <p:cNvPr id="1" name=""/>
        <p:cNvGrpSpPr/>
        <p:nvPr/>
      </p:nvGrpSpPr>
      <p:grpSpPr>
        <a:xfrm>
          <a:off x="0" y="0"/>
          <a:ext cx="0" cy="0"/>
          <a:chOff x="0" y="0"/>
          <a:chExt cx="0" cy="0"/>
        </a:xfrm>
      </p:grpSpPr>
      <p:pic>
        <p:nvPicPr>
          <p:cNvPr id="37" name="Grafik 36">
            <a:extLst>
              <a:ext uri="{FF2B5EF4-FFF2-40B4-BE49-F238E27FC236}">
                <a16:creationId xmlns:a16="http://schemas.microsoft.com/office/drawing/2014/main" id="{E7D78028-B93A-496B-90CE-90B400DA532A}"/>
              </a:ext>
            </a:extLst>
          </p:cNvPr>
          <p:cNvPicPr preferRelativeResize="0">
            <a:picLocks noChangeAspect="1"/>
          </p:cNvPicPr>
          <p:nvPr userDrawn="1"/>
        </p:nvPicPr>
        <p:blipFill>
          <a:blip r:embed="rId2"/>
          <a:srcRect t="113" b="113"/>
          <a:stretch/>
        </p:blipFill>
        <p:spPr bwMode="gray">
          <a:xfrm>
            <a:off x="0" y="0"/>
            <a:ext cx="12193200" cy="6858000"/>
          </a:xfrm>
          <a:prstGeom prst="rect">
            <a:avLst/>
          </a:prstGeom>
        </p:spPr>
      </p:pic>
      <p:sp>
        <p:nvSpPr>
          <p:cNvPr id="3" name="Rechteck 2">
            <a:extLst>
              <a:ext uri="{FF2B5EF4-FFF2-40B4-BE49-F238E27FC236}">
                <a16:creationId xmlns:a16="http://schemas.microsoft.com/office/drawing/2014/main" id="{7248B82A-883A-412E-BEBA-5D79793DF8DA}"/>
              </a:ext>
            </a:extLst>
          </p:cNvPr>
          <p:cNvSpPr>
            <a:spLocks noChangeAspect="1"/>
          </p:cNvSpPr>
          <p:nvPr userDrawn="1"/>
        </p:nvSpPr>
        <p:spPr bwMode="gray">
          <a:xfrm>
            <a:off x="0" y="4626000"/>
            <a:ext cx="11854800" cy="1908000"/>
          </a:xfrm>
          <a:prstGeom prst="rect">
            <a:avLst/>
          </a:prstGeom>
          <a:solidFill>
            <a:schemeClr val="accent1">
              <a:alpha val="92000"/>
            </a:schemeClr>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85750" indent="-285750" algn="ctr">
              <a:lnSpc>
                <a:spcPct val="90000"/>
              </a:lnSpc>
              <a:spcAft>
                <a:spcPts val="1000"/>
              </a:spcAft>
              <a:buClr>
                <a:schemeClr val="accent1"/>
              </a:buClr>
              <a:buSzPct val="95000"/>
              <a:buFont typeface="Wingdings" panose="05000000000000000000" pitchFamily="2" charset="2"/>
              <a:buChar char=""/>
            </a:pPr>
            <a:endParaRPr lang="en-US" noProof="0">
              <a:solidFill>
                <a:schemeClr val="tx2"/>
              </a:solidFill>
            </a:endParaRPr>
          </a:p>
        </p:txBody>
      </p:sp>
      <p:sp>
        <p:nvSpPr>
          <p:cNvPr id="38" name="Textplatzhalter 37">
            <a:extLst>
              <a:ext uri="{FF2B5EF4-FFF2-40B4-BE49-F238E27FC236}">
                <a16:creationId xmlns:a16="http://schemas.microsoft.com/office/drawing/2014/main" id="{DCA7FEC8-1641-449B-89EF-E18C0B8A9561}"/>
              </a:ext>
            </a:extLst>
          </p:cNvPr>
          <p:cNvSpPr>
            <a:spLocks noGrp="1"/>
          </p:cNvSpPr>
          <p:nvPr>
            <p:ph type="body" sz="quarter" idx="11" hasCustomPrompt="1"/>
          </p:nvPr>
        </p:nvSpPr>
        <p:spPr bwMode="gray">
          <a:xfrm>
            <a:off x="334800" y="5097600"/>
            <a:ext cx="11520000" cy="612000"/>
          </a:xfrm>
          <a:noFill/>
        </p:spPr>
        <p:txBody>
          <a:bodyPr lIns="0" tIns="0" rIns="324000" anchor="ctr"/>
          <a:lstStyle>
            <a:lvl1pPr marL="0" indent="0">
              <a:buNone/>
              <a:defRPr sz="4000">
                <a:solidFill>
                  <a:schemeClr val="bg1"/>
                </a:solidFill>
              </a:defRPr>
            </a:lvl1pPr>
          </a:lstStyle>
          <a:p>
            <a:pPr lvl="0"/>
            <a:r>
              <a:rPr lang="en-US" noProof="0"/>
              <a:t>Cover</a:t>
            </a:r>
          </a:p>
        </p:txBody>
      </p:sp>
      <p:sp>
        <p:nvSpPr>
          <p:cNvPr id="4" name="Rechteck 3">
            <a:extLst>
              <a:ext uri="{FF2B5EF4-FFF2-40B4-BE49-F238E27FC236}">
                <a16:creationId xmlns:a16="http://schemas.microsoft.com/office/drawing/2014/main" id="{5244EF7A-4A4D-45B8-BB1E-9461AD52696C}"/>
              </a:ext>
            </a:extLst>
          </p:cNvPr>
          <p:cNvSpPr>
            <a:spLocks noChangeAspect="1"/>
          </p:cNvSpPr>
          <p:nvPr userDrawn="1"/>
        </p:nvSpPr>
        <p:spPr bwMode="gray">
          <a:xfrm>
            <a:off x="334800" y="6476400"/>
            <a:ext cx="11520000" cy="57600"/>
          </a:xfrm>
          <a:prstGeom prst="rect">
            <a:avLst/>
          </a:prstGeom>
          <a:solidFill>
            <a:schemeClr val="accent3"/>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85750" indent="-285750" algn="ctr">
              <a:lnSpc>
                <a:spcPct val="90000"/>
              </a:lnSpc>
              <a:spcAft>
                <a:spcPts val="1000"/>
              </a:spcAft>
              <a:buClr>
                <a:schemeClr val="accent1"/>
              </a:buClr>
              <a:buSzPct val="95000"/>
              <a:buFont typeface="Wingdings" panose="05000000000000000000" pitchFamily="2" charset="2"/>
              <a:buChar char=""/>
            </a:pPr>
            <a:endParaRPr lang="en-US" noProof="0">
              <a:solidFill>
                <a:schemeClr val="tx2"/>
              </a:solidFill>
            </a:endParaRPr>
          </a:p>
        </p:txBody>
      </p:sp>
      <p:sp>
        <p:nvSpPr>
          <p:cNvPr id="40" name="Textplatzhalter 37">
            <a:extLst>
              <a:ext uri="{FF2B5EF4-FFF2-40B4-BE49-F238E27FC236}">
                <a16:creationId xmlns:a16="http://schemas.microsoft.com/office/drawing/2014/main" id="{365DB060-3A81-4AFB-AD73-C21F3016A9EF}"/>
              </a:ext>
            </a:extLst>
          </p:cNvPr>
          <p:cNvSpPr>
            <a:spLocks noGrp="1"/>
          </p:cNvSpPr>
          <p:nvPr>
            <p:ph type="body" sz="quarter" idx="12" hasCustomPrompt="1"/>
          </p:nvPr>
        </p:nvSpPr>
        <p:spPr bwMode="gray">
          <a:xfrm>
            <a:off x="334800" y="5799600"/>
            <a:ext cx="11520000" cy="637575"/>
          </a:xfrm>
          <a:noFill/>
        </p:spPr>
        <p:txBody>
          <a:bodyPr lIns="0" tIns="0" rIns="324000" bIns="0"/>
          <a:lstStyle>
            <a:lvl1pPr marL="0" indent="0">
              <a:buNone/>
              <a:defRPr sz="1800">
                <a:solidFill>
                  <a:schemeClr val="bg1"/>
                </a:solidFill>
              </a:defRPr>
            </a:lvl1pPr>
          </a:lstStyle>
          <a:p>
            <a:pPr lvl="0"/>
            <a:r>
              <a:rPr lang="en-US" noProof="0"/>
              <a:t>Enter your subtitle or the name, title of the speaker here</a:t>
            </a:r>
          </a:p>
          <a:p>
            <a:pPr lvl="0"/>
            <a:r>
              <a:rPr lang="en-US" noProof="0"/>
              <a:t>Enter the location, date here</a:t>
            </a:r>
          </a:p>
        </p:txBody>
      </p:sp>
      <p:pic>
        <p:nvPicPr>
          <p:cNvPr id="41" name="Grafik 40">
            <a:extLst>
              <a:ext uri="{FF2B5EF4-FFF2-40B4-BE49-F238E27FC236}">
                <a16:creationId xmlns:a16="http://schemas.microsoft.com/office/drawing/2014/main" id="{5727F9BF-195D-4B9B-95D1-539E1ED96BCC}"/>
              </a:ext>
            </a:extLst>
          </p:cNvPr>
          <p:cNvPicPr>
            <a:picLocks noChangeAspect="1"/>
          </p:cNvPicPr>
          <p:nvPr userDrawn="1"/>
        </p:nvPicPr>
        <p:blipFill>
          <a:blip r:embed="rId3"/>
          <a:stretch>
            <a:fillRect/>
          </a:stretch>
        </p:blipFill>
        <p:spPr bwMode="gray">
          <a:xfrm>
            <a:off x="10678411" y="0"/>
            <a:ext cx="1188000" cy="784826"/>
          </a:xfrm>
          <a:prstGeom prst="rect">
            <a:avLst/>
          </a:prstGeom>
        </p:spPr>
      </p:pic>
    </p:spTree>
    <p:extLst>
      <p:ext uri="{BB962C8B-B14F-4D97-AF65-F5344CB8AC3E}">
        <p14:creationId xmlns:p14="http://schemas.microsoft.com/office/powerpoint/2010/main" val="38219287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Air &amp; Sea Logistics">
    <p:spTree>
      <p:nvGrpSpPr>
        <p:cNvPr id="1" name=""/>
        <p:cNvGrpSpPr/>
        <p:nvPr/>
      </p:nvGrpSpPr>
      <p:grpSpPr>
        <a:xfrm>
          <a:off x="0" y="0"/>
          <a:ext cx="0" cy="0"/>
          <a:chOff x="0" y="0"/>
          <a:chExt cx="0" cy="0"/>
        </a:xfrm>
      </p:grpSpPr>
      <p:pic>
        <p:nvPicPr>
          <p:cNvPr id="37" name="Grafik 36">
            <a:extLst>
              <a:ext uri="{FF2B5EF4-FFF2-40B4-BE49-F238E27FC236}">
                <a16:creationId xmlns:a16="http://schemas.microsoft.com/office/drawing/2014/main" id="{E7D78028-B93A-496B-90CE-90B400DA532A}"/>
              </a:ext>
            </a:extLst>
          </p:cNvPr>
          <p:cNvPicPr preferRelativeResize="0">
            <a:picLocks noChangeAspect="1"/>
          </p:cNvPicPr>
          <p:nvPr userDrawn="1"/>
        </p:nvPicPr>
        <p:blipFill>
          <a:blip r:embed="rId2"/>
          <a:srcRect t="113" b="113"/>
          <a:stretch/>
        </p:blipFill>
        <p:spPr bwMode="gray">
          <a:xfrm>
            <a:off x="0" y="0"/>
            <a:ext cx="12193200" cy="6858000"/>
          </a:xfrm>
          <a:prstGeom prst="rect">
            <a:avLst/>
          </a:prstGeom>
        </p:spPr>
      </p:pic>
      <p:sp>
        <p:nvSpPr>
          <p:cNvPr id="39" name="Rechteck 38">
            <a:extLst>
              <a:ext uri="{FF2B5EF4-FFF2-40B4-BE49-F238E27FC236}">
                <a16:creationId xmlns:a16="http://schemas.microsoft.com/office/drawing/2014/main" id="{0299DF11-5D28-4D5B-9136-AA6E42054D54}"/>
              </a:ext>
            </a:extLst>
          </p:cNvPr>
          <p:cNvSpPr>
            <a:spLocks noChangeAspect="1"/>
          </p:cNvSpPr>
          <p:nvPr userDrawn="1"/>
        </p:nvSpPr>
        <p:spPr bwMode="gray">
          <a:xfrm>
            <a:off x="0" y="4626000"/>
            <a:ext cx="11854800" cy="1908000"/>
          </a:xfrm>
          <a:prstGeom prst="rect">
            <a:avLst/>
          </a:prstGeom>
          <a:solidFill>
            <a:schemeClr val="accent1">
              <a:alpha val="92000"/>
            </a:schemeClr>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85750" indent="-285750" algn="ctr">
              <a:lnSpc>
                <a:spcPct val="90000"/>
              </a:lnSpc>
              <a:spcAft>
                <a:spcPts val="1000"/>
              </a:spcAft>
              <a:buClr>
                <a:schemeClr val="accent1"/>
              </a:buClr>
              <a:buSzPct val="95000"/>
              <a:buFont typeface="Wingdings" panose="05000000000000000000" pitchFamily="2" charset="2"/>
              <a:buChar char=""/>
            </a:pPr>
            <a:endParaRPr lang="en-US" noProof="0">
              <a:solidFill>
                <a:schemeClr val="tx2"/>
              </a:solidFill>
            </a:endParaRPr>
          </a:p>
        </p:txBody>
      </p:sp>
      <p:sp>
        <p:nvSpPr>
          <p:cNvPr id="41" name="Textplatzhalter 37">
            <a:extLst>
              <a:ext uri="{FF2B5EF4-FFF2-40B4-BE49-F238E27FC236}">
                <a16:creationId xmlns:a16="http://schemas.microsoft.com/office/drawing/2014/main" id="{BC2CAC97-F1B0-4E38-A339-87E3629682C6}"/>
              </a:ext>
            </a:extLst>
          </p:cNvPr>
          <p:cNvSpPr>
            <a:spLocks noGrp="1"/>
          </p:cNvSpPr>
          <p:nvPr>
            <p:ph type="body" sz="quarter" idx="11" hasCustomPrompt="1"/>
          </p:nvPr>
        </p:nvSpPr>
        <p:spPr bwMode="gray">
          <a:xfrm>
            <a:off x="334800" y="5097600"/>
            <a:ext cx="11520000" cy="612000"/>
          </a:xfrm>
          <a:noFill/>
        </p:spPr>
        <p:txBody>
          <a:bodyPr lIns="0" tIns="0" rIns="324000" anchor="ctr"/>
          <a:lstStyle>
            <a:lvl1pPr marL="0" indent="0">
              <a:buNone/>
              <a:defRPr sz="4000">
                <a:solidFill>
                  <a:schemeClr val="bg1"/>
                </a:solidFill>
              </a:defRPr>
            </a:lvl1pPr>
          </a:lstStyle>
          <a:p>
            <a:pPr lvl="0"/>
            <a:r>
              <a:rPr lang="en-US" noProof="0"/>
              <a:t>Cover</a:t>
            </a:r>
          </a:p>
        </p:txBody>
      </p:sp>
      <p:sp>
        <p:nvSpPr>
          <p:cNvPr id="42" name="Rechteck 41">
            <a:extLst>
              <a:ext uri="{FF2B5EF4-FFF2-40B4-BE49-F238E27FC236}">
                <a16:creationId xmlns:a16="http://schemas.microsoft.com/office/drawing/2014/main" id="{ACBB063A-5401-49DF-8D56-A3CAA02AC2DF}"/>
              </a:ext>
            </a:extLst>
          </p:cNvPr>
          <p:cNvSpPr>
            <a:spLocks noChangeAspect="1"/>
          </p:cNvSpPr>
          <p:nvPr userDrawn="1"/>
        </p:nvSpPr>
        <p:spPr bwMode="gray">
          <a:xfrm>
            <a:off x="334800" y="6476400"/>
            <a:ext cx="11520000" cy="57600"/>
          </a:xfrm>
          <a:prstGeom prst="rect">
            <a:avLst/>
          </a:prstGeom>
          <a:solidFill>
            <a:schemeClr val="accent3"/>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85750" indent="-285750" algn="ctr">
              <a:lnSpc>
                <a:spcPct val="90000"/>
              </a:lnSpc>
              <a:spcAft>
                <a:spcPts val="1000"/>
              </a:spcAft>
              <a:buClr>
                <a:schemeClr val="accent1"/>
              </a:buClr>
              <a:buSzPct val="95000"/>
              <a:buFont typeface="Wingdings" panose="05000000000000000000" pitchFamily="2" charset="2"/>
              <a:buChar char=""/>
            </a:pPr>
            <a:endParaRPr lang="en-US" noProof="0">
              <a:solidFill>
                <a:schemeClr val="tx2"/>
              </a:solidFill>
            </a:endParaRPr>
          </a:p>
        </p:txBody>
      </p:sp>
      <p:sp>
        <p:nvSpPr>
          <p:cNvPr id="43" name="Textplatzhalter 37">
            <a:extLst>
              <a:ext uri="{FF2B5EF4-FFF2-40B4-BE49-F238E27FC236}">
                <a16:creationId xmlns:a16="http://schemas.microsoft.com/office/drawing/2014/main" id="{2481E312-263E-4D9F-A113-C7D18234FE91}"/>
              </a:ext>
            </a:extLst>
          </p:cNvPr>
          <p:cNvSpPr>
            <a:spLocks noGrp="1"/>
          </p:cNvSpPr>
          <p:nvPr>
            <p:ph type="body" sz="quarter" idx="12" hasCustomPrompt="1"/>
          </p:nvPr>
        </p:nvSpPr>
        <p:spPr bwMode="gray">
          <a:xfrm>
            <a:off x="334800" y="5799600"/>
            <a:ext cx="11520000" cy="637575"/>
          </a:xfrm>
          <a:noFill/>
        </p:spPr>
        <p:txBody>
          <a:bodyPr lIns="0" tIns="0" rIns="324000" bIns="0"/>
          <a:lstStyle>
            <a:lvl1pPr marL="0" indent="0">
              <a:buNone/>
              <a:defRPr sz="1800">
                <a:solidFill>
                  <a:schemeClr val="bg1"/>
                </a:solidFill>
              </a:defRPr>
            </a:lvl1pPr>
          </a:lstStyle>
          <a:p>
            <a:pPr lvl="0"/>
            <a:r>
              <a:rPr lang="en-US" noProof="0"/>
              <a:t>Enter your subtitle or the name, title of the speaker here</a:t>
            </a:r>
          </a:p>
          <a:p>
            <a:pPr lvl="0"/>
            <a:r>
              <a:rPr lang="en-US" noProof="0"/>
              <a:t>Enter the location, date here</a:t>
            </a:r>
          </a:p>
        </p:txBody>
      </p:sp>
      <p:pic>
        <p:nvPicPr>
          <p:cNvPr id="40" name="Grafik 39">
            <a:extLst>
              <a:ext uri="{FF2B5EF4-FFF2-40B4-BE49-F238E27FC236}">
                <a16:creationId xmlns:a16="http://schemas.microsoft.com/office/drawing/2014/main" id="{6BF56718-D5FF-48AF-9F9C-2D676C15E778}"/>
              </a:ext>
            </a:extLst>
          </p:cNvPr>
          <p:cNvPicPr>
            <a:picLocks noChangeAspect="1"/>
          </p:cNvPicPr>
          <p:nvPr userDrawn="1"/>
        </p:nvPicPr>
        <p:blipFill>
          <a:blip r:embed="rId3"/>
          <a:stretch>
            <a:fillRect/>
          </a:stretch>
        </p:blipFill>
        <p:spPr bwMode="gray">
          <a:xfrm>
            <a:off x="10678411" y="0"/>
            <a:ext cx="1188000" cy="784826"/>
          </a:xfrm>
          <a:prstGeom prst="rect">
            <a:avLst/>
          </a:prstGeom>
        </p:spPr>
      </p:pic>
    </p:spTree>
    <p:extLst>
      <p:ext uri="{BB962C8B-B14F-4D97-AF65-F5344CB8AC3E}">
        <p14:creationId xmlns:p14="http://schemas.microsoft.com/office/powerpoint/2010/main" val="8044201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Contract Logistics">
    <p:spTree>
      <p:nvGrpSpPr>
        <p:cNvPr id="1" name=""/>
        <p:cNvGrpSpPr/>
        <p:nvPr/>
      </p:nvGrpSpPr>
      <p:grpSpPr>
        <a:xfrm>
          <a:off x="0" y="0"/>
          <a:ext cx="0" cy="0"/>
          <a:chOff x="0" y="0"/>
          <a:chExt cx="0" cy="0"/>
        </a:xfrm>
      </p:grpSpPr>
      <p:pic>
        <p:nvPicPr>
          <p:cNvPr id="37" name="Grafik 36">
            <a:extLst>
              <a:ext uri="{FF2B5EF4-FFF2-40B4-BE49-F238E27FC236}">
                <a16:creationId xmlns:a16="http://schemas.microsoft.com/office/drawing/2014/main" id="{E7D78028-B93A-496B-90CE-90B400DA532A}"/>
              </a:ext>
            </a:extLst>
          </p:cNvPr>
          <p:cNvPicPr preferRelativeResize="0">
            <a:picLocks noChangeAspect="1"/>
          </p:cNvPicPr>
          <p:nvPr userDrawn="1"/>
        </p:nvPicPr>
        <p:blipFill>
          <a:blip r:embed="rId2"/>
          <a:srcRect t="113" b="113"/>
          <a:stretch/>
        </p:blipFill>
        <p:spPr bwMode="gray">
          <a:xfrm>
            <a:off x="0" y="0"/>
            <a:ext cx="12193200" cy="6858000"/>
          </a:xfrm>
          <a:prstGeom prst="rect">
            <a:avLst/>
          </a:prstGeom>
        </p:spPr>
      </p:pic>
      <p:sp>
        <p:nvSpPr>
          <p:cNvPr id="38" name="Rechteck 37">
            <a:extLst>
              <a:ext uri="{FF2B5EF4-FFF2-40B4-BE49-F238E27FC236}">
                <a16:creationId xmlns:a16="http://schemas.microsoft.com/office/drawing/2014/main" id="{1149D8E3-AA3E-4C39-94F0-9770D9E3704D}"/>
              </a:ext>
            </a:extLst>
          </p:cNvPr>
          <p:cNvSpPr>
            <a:spLocks noChangeAspect="1"/>
          </p:cNvSpPr>
          <p:nvPr userDrawn="1"/>
        </p:nvSpPr>
        <p:spPr bwMode="gray">
          <a:xfrm>
            <a:off x="0" y="4626000"/>
            <a:ext cx="11854800" cy="1908000"/>
          </a:xfrm>
          <a:prstGeom prst="rect">
            <a:avLst/>
          </a:prstGeom>
          <a:solidFill>
            <a:schemeClr val="accent1">
              <a:alpha val="92000"/>
            </a:schemeClr>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85750" indent="-285750" algn="ctr">
              <a:lnSpc>
                <a:spcPct val="90000"/>
              </a:lnSpc>
              <a:spcAft>
                <a:spcPts val="1000"/>
              </a:spcAft>
              <a:buClr>
                <a:schemeClr val="accent1"/>
              </a:buClr>
              <a:buSzPct val="95000"/>
              <a:buFont typeface="Wingdings" panose="05000000000000000000" pitchFamily="2" charset="2"/>
              <a:buChar char=""/>
            </a:pPr>
            <a:endParaRPr lang="en-US" noProof="0">
              <a:solidFill>
                <a:schemeClr val="tx2"/>
              </a:solidFill>
            </a:endParaRPr>
          </a:p>
        </p:txBody>
      </p:sp>
      <p:sp>
        <p:nvSpPr>
          <p:cNvPr id="39" name="Textplatzhalter 37">
            <a:extLst>
              <a:ext uri="{FF2B5EF4-FFF2-40B4-BE49-F238E27FC236}">
                <a16:creationId xmlns:a16="http://schemas.microsoft.com/office/drawing/2014/main" id="{5D967F25-C535-44DB-9646-A76E90EE5525}"/>
              </a:ext>
            </a:extLst>
          </p:cNvPr>
          <p:cNvSpPr>
            <a:spLocks noGrp="1"/>
          </p:cNvSpPr>
          <p:nvPr>
            <p:ph type="body" sz="quarter" idx="11" hasCustomPrompt="1"/>
          </p:nvPr>
        </p:nvSpPr>
        <p:spPr bwMode="gray">
          <a:xfrm>
            <a:off x="334800" y="5097600"/>
            <a:ext cx="11520000" cy="612000"/>
          </a:xfrm>
          <a:noFill/>
        </p:spPr>
        <p:txBody>
          <a:bodyPr lIns="0" tIns="0" rIns="324000" anchor="ctr"/>
          <a:lstStyle>
            <a:lvl1pPr marL="0" indent="0">
              <a:buNone/>
              <a:defRPr sz="4000">
                <a:solidFill>
                  <a:schemeClr val="bg1"/>
                </a:solidFill>
              </a:defRPr>
            </a:lvl1pPr>
          </a:lstStyle>
          <a:p>
            <a:pPr lvl="0"/>
            <a:r>
              <a:rPr lang="en-US" noProof="0"/>
              <a:t>Cover</a:t>
            </a:r>
          </a:p>
        </p:txBody>
      </p:sp>
      <p:sp>
        <p:nvSpPr>
          <p:cNvPr id="40" name="Rechteck 39">
            <a:extLst>
              <a:ext uri="{FF2B5EF4-FFF2-40B4-BE49-F238E27FC236}">
                <a16:creationId xmlns:a16="http://schemas.microsoft.com/office/drawing/2014/main" id="{5FBFF241-066B-43DA-A3E6-124E6FC6DDA7}"/>
              </a:ext>
            </a:extLst>
          </p:cNvPr>
          <p:cNvSpPr>
            <a:spLocks noChangeAspect="1"/>
          </p:cNvSpPr>
          <p:nvPr userDrawn="1"/>
        </p:nvSpPr>
        <p:spPr bwMode="gray">
          <a:xfrm>
            <a:off x="334800" y="6476400"/>
            <a:ext cx="11520000" cy="57600"/>
          </a:xfrm>
          <a:prstGeom prst="rect">
            <a:avLst/>
          </a:prstGeom>
          <a:solidFill>
            <a:schemeClr val="accent3"/>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85750" indent="-285750" algn="ctr">
              <a:lnSpc>
                <a:spcPct val="90000"/>
              </a:lnSpc>
              <a:spcAft>
                <a:spcPts val="1000"/>
              </a:spcAft>
              <a:buClr>
                <a:schemeClr val="accent1"/>
              </a:buClr>
              <a:buSzPct val="95000"/>
              <a:buFont typeface="Wingdings" panose="05000000000000000000" pitchFamily="2" charset="2"/>
              <a:buChar char=""/>
            </a:pPr>
            <a:endParaRPr lang="en-US" noProof="0">
              <a:solidFill>
                <a:schemeClr val="tx2"/>
              </a:solidFill>
            </a:endParaRPr>
          </a:p>
        </p:txBody>
      </p:sp>
      <p:sp>
        <p:nvSpPr>
          <p:cNvPr id="41" name="Textplatzhalter 37">
            <a:extLst>
              <a:ext uri="{FF2B5EF4-FFF2-40B4-BE49-F238E27FC236}">
                <a16:creationId xmlns:a16="http://schemas.microsoft.com/office/drawing/2014/main" id="{46D13CEF-F4EC-42FC-B888-AB2387B31F02}"/>
              </a:ext>
            </a:extLst>
          </p:cNvPr>
          <p:cNvSpPr>
            <a:spLocks noGrp="1"/>
          </p:cNvSpPr>
          <p:nvPr>
            <p:ph type="body" sz="quarter" idx="12" hasCustomPrompt="1"/>
          </p:nvPr>
        </p:nvSpPr>
        <p:spPr bwMode="gray">
          <a:xfrm>
            <a:off x="334800" y="5799600"/>
            <a:ext cx="11520000" cy="637575"/>
          </a:xfrm>
          <a:noFill/>
        </p:spPr>
        <p:txBody>
          <a:bodyPr lIns="0" tIns="0" rIns="324000" bIns="0"/>
          <a:lstStyle>
            <a:lvl1pPr marL="0" indent="0">
              <a:buNone/>
              <a:defRPr sz="1800">
                <a:solidFill>
                  <a:schemeClr val="bg1"/>
                </a:solidFill>
              </a:defRPr>
            </a:lvl1pPr>
          </a:lstStyle>
          <a:p>
            <a:pPr lvl="0"/>
            <a:r>
              <a:rPr lang="en-US" noProof="0"/>
              <a:t>Enter your subtitle or the name, title of the speaker here</a:t>
            </a:r>
          </a:p>
          <a:p>
            <a:pPr lvl="0"/>
            <a:r>
              <a:rPr lang="en-US" noProof="0"/>
              <a:t>Enter the location, date here</a:t>
            </a:r>
          </a:p>
        </p:txBody>
      </p:sp>
      <p:pic>
        <p:nvPicPr>
          <p:cNvPr id="42" name="Grafik 41">
            <a:extLst>
              <a:ext uri="{FF2B5EF4-FFF2-40B4-BE49-F238E27FC236}">
                <a16:creationId xmlns:a16="http://schemas.microsoft.com/office/drawing/2014/main" id="{680F0EF7-D3E0-4E67-BFB1-D6983302CF0E}"/>
              </a:ext>
            </a:extLst>
          </p:cNvPr>
          <p:cNvPicPr>
            <a:picLocks noChangeAspect="1"/>
          </p:cNvPicPr>
          <p:nvPr userDrawn="1"/>
        </p:nvPicPr>
        <p:blipFill>
          <a:blip r:embed="rId3"/>
          <a:stretch>
            <a:fillRect/>
          </a:stretch>
        </p:blipFill>
        <p:spPr bwMode="gray">
          <a:xfrm>
            <a:off x="10678411" y="0"/>
            <a:ext cx="1188000" cy="784826"/>
          </a:xfrm>
          <a:prstGeom prst="rect">
            <a:avLst/>
          </a:prstGeom>
        </p:spPr>
      </p:pic>
    </p:spTree>
    <p:extLst>
      <p:ext uri="{BB962C8B-B14F-4D97-AF65-F5344CB8AC3E}">
        <p14:creationId xmlns:p14="http://schemas.microsoft.com/office/powerpoint/2010/main" val="30475106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European Logistics">
    <p:spTree>
      <p:nvGrpSpPr>
        <p:cNvPr id="1" name=""/>
        <p:cNvGrpSpPr/>
        <p:nvPr/>
      </p:nvGrpSpPr>
      <p:grpSpPr>
        <a:xfrm>
          <a:off x="0" y="0"/>
          <a:ext cx="0" cy="0"/>
          <a:chOff x="0" y="0"/>
          <a:chExt cx="0" cy="0"/>
        </a:xfrm>
      </p:grpSpPr>
      <p:pic>
        <p:nvPicPr>
          <p:cNvPr id="37" name="Grafik 36">
            <a:extLst>
              <a:ext uri="{FF2B5EF4-FFF2-40B4-BE49-F238E27FC236}">
                <a16:creationId xmlns:a16="http://schemas.microsoft.com/office/drawing/2014/main" id="{E7D78028-B93A-496B-90CE-90B400DA532A}"/>
              </a:ext>
            </a:extLst>
          </p:cNvPr>
          <p:cNvPicPr preferRelativeResize="0">
            <a:picLocks noChangeAspect="1"/>
          </p:cNvPicPr>
          <p:nvPr userDrawn="1"/>
        </p:nvPicPr>
        <p:blipFill>
          <a:blip r:embed="rId2"/>
          <a:srcRect t="113" b="113"/>
          <a:stretch/>
        </p:blipFill>
        <p:spPr bwMode="gray">
          <a:xfrm>
            <a:off x="0" y="0"/>
            <a:ext cx="12193200" cy="6858000"/>
          </a:xfrm>
          <a:prstGeom prst="rect">
            <a:avLst/>
          </a:prstGeom>
        </p:spPr>
      </p:pic>
      <p:sp>
        <p:nvSpPr>
          <p:cNvPr id="38" name="Rechteck 37">
            <a:extLst>
              <a:ext uri="{FF2B5EF4-FFF2-40B4-BE49-F238E27FC236}">
                <a16:creationId xmlns:a16="http://schemas.microsoft.com/office/drawing/2014/main" id="{2A639D1D-FEB1-437B-B626-16F13A05A1C1}"/>
              </a:ext>
            </a:extLst>
          </p:cNvPr>
          <p:cNvSpPr>
            <a:spLocks noChangeAspect="1"/>
          </p:cNvSpPr>
          <p:nvPr userDrawn="1"/>
        </p:nvSpPr>
        <p:spPr bwMode="gray">
          <a:xfrm>
            <a:off x="0" y="4626000"/>
            <a:ext cx="11854800" cy="1908000"/>
          </a:xfrm>
          <a:prstGeom prst="rect">
            <a:avLst/>
          </a:prstGeom>
          <a:solidFill>
            <a:schemeClr val="accent1">
              <a:alpha val="92000"/>
            </a:schemeClr>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85750" indent="-285750" algn="ctr">
              <a:lnSpc>
                <a:spcPct val="90000"/>
              </a:lnSpc>
              <a:spcAft>
                <a:spcPts val="1000"/>
              </a:spcAft>
              <a:buClr>
                <a:schemeClr val="accent1"/>
              </a:buClr>
              <a:buSzPct val="95000"/>
              <a:buFont typeface="Wingdings" panose="05000000000000000000" pitchFamily="2" charset="2"/>
              <a:buChar char=""/>
            </a:pPr>
            <a:endParaRPr lang="en-US" noProof="0">
              <a:solidFill>
                <a:schemeClr val="tx2"/>
              </a:solidFill>
            </a:endParaRPr>
          </a:p>
        </p:txBody>
      </p:sp>
      <p:sp>
        <p:nvSpPr>
          <p:cNvPr id="39" name="Textplatzhalter 37">
            <a:extLst>
              <a:ext uri="{FF2B5EF4-FFF2-40B4-BE49-F238E27FC236}">
                <a16:creationId xmlns:a16="http://schemas.microsoft.com/office/drawing/2014/main" id="{2FE30CAF-3373-42EC-8F63-33FA5FFB3D16}"/>
              </a:ext>
            </a:extLst>
          </p:cNvPr>
          <p:cNvSpPr>
            <a:spLocks noGrp="1"/>
          </p:cNvSpPr>
          <p:nvPr>
            <p:ph type="body" sz="quarter" idx="11" hasCustomPrompt="1"/>
          </p:nvPr>
        </p:nvSpPr>
        <p:spPr bwMode="gray">
          <a:xfrm>
            <a:off x="334800" y="5097600"/>
            <a:ext cx="11520000" cy="612000"/>
          </a:xfrm>
          <a:noFill/>
        </p:spPr>
        <p:txBody>
          <a:bodyPr lIns="0" tIns="0" rIns="324000" anchor="ctr"/>
          <a:lstStyle>
            <a:lvl1pPr marL="0" indent="0">
              <a:buNone/>
              <a:defRPr sz="4000">
                <a:solidFill>
                  <a:schemeClr val="bg1"/>
                </a:solidFill>
              </a:defRPr>
            </a:lvl1pPr>
          </a:lstStyle>
          <a:p>
            <a:pPr lvl="0"/>
            <a:r>
              <a:rPr lang="en-US" noProof="0"/>
              <a:t>Cover</a:t>
            </a:r>
          </a:p>
        </p:txBody>
      </p:sp>
      <p:sp>
        <p:nvSpPr>
          <p:cNvPr id="44" name="Rechteck 43">
            <a:extLst>
              <a:ext uri="{FF2B5EF4-FFF2-40B4-BE49-F238E27FC236}">
                <a16:creationId xmlns:a16="http://schemas.microsoft.com/office/drawing/2014/main" id="{DA46BDC4-F96B-4259-82AD-C049BF656F0A}"/>
              </a:ext>
            </a:extLst>
          </p:cNvPr>
          <p:cNvSpPr>
            <a:spLocks noChangeAspect="1"/>
          </p:cNvSpPr>
          <p:nvPr userDrawn="1"/>
        </p:nvSpPr>
        <p:spPr bwMode="gray">
          <a:xfrm>
            <a:off x="334800" y="6476400"/>
            <a:ext cx="11520000" cy="57600"/>
          </a:xfrm>
          <a:prstGeom prst="rect">
            <a:avLst/>
          </a:prstGeom>
          <a:solidFill>
            <a:schemeClr val="accent3"/>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85750" indent="-285750" algn="ctr">
              <a:lnSpc>
                <a:spcPct val="90000"/>
              </a:lnSpc>
              <a:spcAft>
                <a:spcPts val="1000"/>
              </a:spcAft>
              <a:buClr>
                <a:schemeClr val="accent1"/>
              </a:buClr>
              <a:buSzPct val="95000"/>
              <a:buFont typeface="Wingdings" panose="05000000000000000000" pitchFamily="2" charset="2"/>
              <a:buChar char=""/>
            </a:pPr>
            <a:endParaRPr lang="en-US" noProof="0">
              <a:solidFill>
                <a:schemeClr val="tx2"/>
              </a:solidFill>
            </a:endParaRPr>
          </a:p>
        </p:txBody>
      </p:sp>
      <p:sp>
        <p:nvSpPr>
          <p:cNvPr id="45" name="Textplatzhalter 37">
            <a:extLst>
              <a:ext uri="{FF2B5EF4-FFF2-40B4-BE49-F238E27FC236}">
                <a16:creationId xmlns:a16="http://schemas.microsoft.com/office/drawing/2014/main" id="{06D0E6AF-6D36-4F7C-BF51-878000115C1D}"/>
              </a:ext>
            </a:extLst>
          </p:cNvPr>
          <p:cNvSpPr>
            <a:spLocks noGrp="1"/>
          </p:cNvSpPr>
          <p:nvPr>
            <p:ph type="body" sz="quarter" idx="12" hasCustomPrompt="1"/>
          </p:nvPr>
        </p:nvSpPr>
        <p:spPr bwMode="gray">
          <a:xfrm>
            <a:off x="334800" y="5799600"/>
            <a:ext cx="11520000" cy="637575"/>
          </a:xfrm>
          <a:noFill/>
        </p:spPr>
        <p:txBody>
          <a:bodyPr lIns="0" tIns="0" rIns="324000" bIns="0"/>
          <a:lstStyle>
            <a:lvl1pPr marL="0" indent="0">
              <a:buNone/>
              <a:defRPr sz="1800">
                <a:solidFill>
                  <a:schemeClr val="bg1"/>
                </a:solidFill>
              </a:defRPr>
            </a:lvl1pPr>
          </a:lstStyle>
          <a:p>
            <a:pPr lvl="0"/>
            <a:r>
              <a:rPr lang="en-US" noProof="0"/>
              <a:t>Enter your subtitle or the name, title of the speaker here</a:t>
            </a:r>
          </a:p>
          <a:p>
            <a:pPr lvl="0"/>
            <a:r>
              <a:rPr lang="en-US" noProof="0"/>
              <a:t>Enter the location, date here</a:t>
            </a:r>
          </a:p>
        </p:txBody>
      </p:sp>
      <p:pic>
        <p:nvPicPr>
          <p:cNvPr id="40" name="Grafik 39">
            <a:extLst>
              <a:ext uri="{FF2B5EF4-FFF2-40B4-BE49-F238E27FC236}">
                <a16:creationId xmlns:a16="http://schemas.microsoft.com/office/drawing/2014/main" id="{2B250418-4715-4B57-B95C-A0AA46C24B98}"/>
              </a:ext>
            </a:extLst>
          </p:cNvPr>
          <p:cNvPicPr>
            <a:picLocks noChangeAspect="1"/>
          </p:cNvPicPr>
          <p:nvPr userDrawn="1"/>
        </p:nvPicPr>
        <p:blipFill>
          <a:blip r:embed="rId3"/>
          <a:stretch>
            <a:fillRect/>
          </a:stretch>
        </p:blipFill>
        <p:spPr bwMode="gray">
          <a:xfrm>
            <a:off x="10678411" y="0"/>
            <a:ext cx="1188000" cy="784826"/>
          </a:xfrm>
          <a:prstGeom prst="rect">
            <a:avLst/>
          </a:prstGeom>
        </p:spPr>
      </p:pic>
    </p:spTree>
    <p:extLst>
      <p:ext uri="{BB962C8B-B14F-4D97-AF65-F5344CB8AC3E}">
        <p14:creationId xmlns:p14="http://schemas.microsoft.com/office/powerpoint/2010/main" val="2754604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Food Logistics">
    <p:spTree>
      <p:nvGrpSpPr>
        <p:cNvPr id="1" name=""/>
        <p:cNvGrpSpPr/>
        <p:nvPr/>
      </p:nvGrpSpPr>
      <p:grpSpPr>
        <a:xfrm>
          <a:off x="0" y="0"/>
          <a:ext cx="0" cy="0"/>
          <a:chOff x="0" y="0"/>
          <a:chExt cx="0" cy="0"/>
        </a:xfrm>
      </p:grpSpPr>
      <p:pic>
        <p:nvPicPr>
          <p:cNvPr id="37" name="Grafik 36">
            <a:extLst>
              <a:ext uri="{FF2B5EF4-FFF2-40B4-BE49-F238E27FC236}">
                <a16:creationId xmlns:a16="http://schemas.microsoft.com/office/drawing/2014/main" id="{E7D78028-B93A-496B-90CE-90B400DA532A}"/>
              </a:ext>
            </a:extLst>
          </p:cNvPr>
          <p:cNvPicPr preferRelativeResize="0">
            <a:picLocks noChangeAspect="1"/>
          </p:cNvPicPr>
          <p:nvPr userDrawn="1"/>
        </p:nvPicPr>
        <p:blipFill>
          <a:blip r:embed="rId2"/>
          <a:srcRect l="70" r="70"/>
          <a:stretch/>
        </p:blipFill>
        <p:spPr bwMode="gray">
          <a:xfrm>
            <a:off x="0" y="0"/>
            <a:ext cx="12193200" cy="6858000"/>
          </a:xfrm>
          <a:prstGeom prst="rect">
            <a:avLst/>
          </a:prstGeom>
        </p:spPr>
      </p:pic>
      <p:sp>
        <p:nvSpPr>
          <p:cNvPr id="38" name="Rechteck 37">
            <a:extLst>
              <a:ext uri="{FF2B5EF4-FFF2-40B4-BE49-F238E27FC236}">
                <a16:creationId xmlns:a16="http://schemas.microsoft.com/office/drawing/2014/main" id="{95E46F74-EEB9-4A33-84D5-4E5F053461AC}"/>
              </a:ext>
            </a:extLst>
          </p:cNvPr>
          <p:cNvSpPr>
            <a:spLocks noChangeAspect="1"/>
          </p:cNvSpPr>
          <p:nvPr userDrawn="1"/>
        </p:nvSpPr>
        <p:spPr bwMode="gray">
          <a:xfrm>
            <a:off x="0" y="4626000"/>
            <a:ext cx="11854800" cy="1908000"/>
          </a:xfrm>
          <a:prstGeom prst="rect">
            <a:avLst/>
          </a:prstGeom>
          <a:solidFill>
            <a:schemeClr val="accent1">
              <a:alpha val="92000"/>
            </a:schemeClr>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85750" indent="-285750" algn="ctr">
              <a:lnSpc>
                <a:spcPct val="90000"/>
              </a:lnSpc>
              <a:spcAft>
                <a:spcPts val="1000"/>
              </a:spcAft>
              <a:buClr>
                <a:schemeClr val="accent1"/>
              </a:buClr>
              <a:buSzPct val="95000"/>
              <a:buFont typeface="Wingdings" panose="05000000000000000000" pitchFamily="2" charset="2"/>
              <a:buChar char=""/>
            </a:pPr>
            <a:endParaRPr lang="en-US" noProof="0">
              <a:solidFill>
                <a:schemeClr val="tx2"/>
              </a:solidFill>
            </a:endParaRPr>
          </a:p>
        </p:txBody>
      </p:sp>
      <p:sp>
        <p:nvSpPr>
          <p:cNvPr id="39" name="Textplatzhalter 37">
            <a:extLst>
              <a:ext uri="{FF2B5EF4-FFF2-40B4-BE49-F238E27FC236}">
                <a16:creationId xmlns:a16="http://schemas.microsoft.com/office/drawing/2014/main" id="{9001EB4A-BDD9-4FA1-A880-F2542C364EB2}"/>
              </a:ext>
            </a:extLst>
          </p:cNvPr>
          <p:cNvSpPr>
            <a:spLocks noGrp="1"/>
          </p:cNvSpPr>
          <p:nvPr>
            <p:ph type="body" sz="quarter" idx="11" hasCustomPrompt="1"/>
          </p:nvPr>
        </p:nvSpPr>
        <p:spPr bwMode="gray">
          <a:xfrm>
            <a:off x="334800" y="5097600"/>
            <a:ext cx="11520000" cy="612000"/>
          </a:xfrm>
          <a:noFill/>
        </p:spPr>
        <p:txBody>
          <a:bodyPr lIns="0" tIns="0" rIns="324000" anchor="ctr"/>
          <a:lstStyle>
            <a:lvl1pPr marL="0" indent="0">
              <a:buNone/>
              <a:defRPr sz="4000">
                <a:solidFill>
                  <a:schemeClr val="bg1"/>
                </a:solidFill>
              </a:defRPr>
            </a:lvl1pPr>
          </a:lstStyle>
          <a:p>
            <a:pPr lvl="0"/>
            <a:r>
              <a:rPr lang="en-US" noProof="0"/>
              <a:t>Cover</a:t>
            </a:r>
          </a:p>
        </p:txBody>
      </p:sp>
      <p:sp>
        <p:nvSpPr>
          <p:cNvPr id="40" name="Rechteck 39">
            <a:extLst>
              <a:ext uri="{FF2B5EF4-FFF2-40B4-BE49-F238E27FC236}">
                <a16:creationId xmlns:a16="http://schemas.microsoft.com/office/drawing/2014/main" id="{1128BCE5-A1B3-4C57-B928-DC7E480A844E}"/>
              </a:ext>
            </a:extLst>
          </p:cNvPr>
          <p:cNvSpPr>
            <a:spLocks noChangeAspect="1"/>
          </p:cNvSpPr>
          <p:nvPr userDrawn="1"/>
        </p:nvSpPr>
        <p:spPr bwMode="gray">
          <a:xfrm>
            <a:off x="334800" y="6476400"/>
            <a:ext cx="11520000" cy="57600"/>
          </a:xfrm>
          <a:prstGeom prst="rect">
            <a:avLst/>
          </a:prstGeom>
          <a:solidFill>
            <a:schemeClr val="accent3"/>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85750" indent="-285750" algn="ctr">
              <a:lnSpc>
                <a:spcPct val="90000"/>
              </a:lnSpc>
              <a:spcAft>
                <a:spcPts val="1000"/>
              </a:spcAft>
              <a:buClr>
                <a:schemeClr val="accent1"/>
              </a:buClr>
              <a:buSzPct val="95000"/>
              <a:buFont typeface="Wingdings" panose="05000000000000000000" pitchFamily="2" charset="2"/>
              <a:buChar char=""/>
            </a:pPr>
            <a:endParaRPr lang="en-US" noProof="0">
              <a:solidFill>
                <a:schemeClr val="tx2"/>
              </a:solidFill>
            </a:endParaRPr>
          </a:p>
        </p:txBody>
      </p:sp>
      <p:sp>
        <p:nvSpPr>
          <p:cNvPr id="41" name="Textplatzhalter 37">
            <a:extLst>
              <a:ext uri="{FF2B5EF4-FFF2-40B4-BE49-F238E27FC236}">
                <a16:creationId xmlns:a16="http://schemas.microsoft.com/office/drawing/2014/main" id="{8FB9385A-0311-48F8-BF7F-C0E10DE627BA}"/>
              </a:ext>
            </a:extLst>
          </p:cNvPr>
          <p:cNvSpPr>
            <a:spLocks noGrp="1"/>
          </p:cNvSpPr>
          <p:nvPr>
            <p:ph type="body" sz="quarter" idx="12" hasCustomPrompt="1"/>
          </p:nvPr>
        </p:nvSpPr>
        <p:spPr bwMode="gray">
          <a:xfrm>
            <a:off x="334800" y="5799600"/>
            <a:ext cx="11520000" cy="637575"/>
          </a:xfrm>
          <a:noFill/>
        </p:spPr>
        <p:txBody>
          <a:bodyPr lIns="0" tIns="0" rIns="324000" bIns="0"/>
          <a:lstStyle>
            <a:lvl1pPr marL="0" indent="0">
              <a:buNone/>
              <a:defRPr sz="1800">
                <a:solidFill>
                  <a:schemeClr val="bg1"/>
                </a:solidFill>
              </a:defRPr>
            </a:lvl1pPr>
          </a:lstStyle>
          <a:p>
            <a:pPr lvl="0"/>
            <a:r>
              <a:rPr lang="en-US" noProof="0"/>
              <a:t>Enter your subtitle or the name, title of the speaker here</a:t>
            </a:r>
          </a:p>
          <a:p>
            <a:pPr lvl="0"/>
            <a:r>
              <a:rPr lang="en-US" noProof="0"/>
              <a:t>Enter the location, date here</a:t>
            </a:r>
          </a:p>
        </p:txBody>
      </p:sp>
      <p:pic>
        <p:nvPicPr>
          <p:cNvPr id="42" name="Grafik 41">
            <a:extLst>
              <a:ext uri="{FF2B5EF4-FFF2-40B4-BE49-F238E27FC236}">
                <a16:creationId xmlns:a16="http://schemas.microsoft.com/office/drawing/2014/main" id="{33CDC687-267A-4E38-8647-FECEEA3C15ED}"/>
              </a:ext>
            </a:extLst>
          </p:cNvPr>
          <p:cNvPicPr>
            <a:picLocks noChangeAspect="1"/>
          </p:cNvPicPr>
          <p:nvPr userDrawn="1"/>
        </p:nvPicPr>
        <p:blipFill>
          <a:blip r:embed="rId3"/>
          <a:stretch>
            <a:fillRect/>
          </a:stretch>
        </p:blipFill>
        <p:spPr bwMode="gray">
          <a:xfrm>
            <a:off x="10678411" y="0"/>
            <a:ext cx="1188000" cy="784826"/>
          </a:xfrm>
          <a:prstGeom prst="rect">
            <a:avLst/>
          </a:prstGeom>
        </p:spPr>
      </p:pic>
    </p:spTree>
    <p:extLst>
      <p:ext uri="{BB962C8B-B14F-4D97-AF65-F5344CB8AC3E}">
        <p14:creationId xmlns:p14="http://schemas.microsoft.com/office/powerpoint/2010/main" val="12296722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IT">
    <p:spTree>
      <p:nvGrpSpPr>
        <p:cNvPr id="1" name=""/>
        <p:cNvGrpSpPr/>
        <p:nvPr/>
      </p:nvGrpSpPr>
      <p:grpSpPr>
        <a:xfrm>
          <a:off x="0" y="0"/>
          <a:ext cx="0" cy="0"/>
          <a:chOff x="0" y="0"/>
          <a:chExt cx="0" cy="0"/>
        </a:xfrm>
      </p:grpSpPr>
      <p:pic>
        <p:nvPicPr>
          <p:cNvPr id="37" name="Grafik 36">
            <a:extLst>
              <a:ext uri="{FF2B5EF4-FFF2-40B4-BE49-F238E27FC236}">
                <a16:creationId xmlns:a16="http://schemas.microsoft.com/office/drawing/2014/main" id="{E7D78028-B93A-496B-90CE-90B400DA532A}"/>
              </a:ext>
            </a:extLst>
          </p:cNvPr>
          <p:cNvPicPr preferRelativeResize="0">
            <a:picLocks noChangeAspect="1"/>
          </p:cNvPicPr>
          <p:nvPr userDrawn="1"/>
        </p:nvPicPr>
        <p:blipFill>
          <a:blip r:embed="rId2"/>
          <a:srcRect l="441" r="441"/>
          <a:stretch/>
        </p:blipFill>
        <p:spPr bwMode="gray">
          <a:xfrm>
            <a:off x="0" y="0"/>
            <a:ext cx="12193200" cy="6858000"/>
          </a:xfrm>
          <a:prstGeom prst="rect">
            <a:avLst/>
          </a:prstGeom>
        </p:spPr>
      </p:pic>
      <p:sp>
        <p:nvSpPr>
          <p:cNvPr id="38" name="Rechteck 37">
            <a:extLst>
              <a:ext uri="{FF2B5EF4-FFF2-40B4-BE49-F238E27FC236}">
                <a16:creationId xmlns:a16="http://schemas.microsoft.com/office/drawing/2014/main" id="{32892E46-203F-4987-82C7-7AB30182A746}"/>
              </a:ext>
            </a:extLst>
          </p:cNvPr>
          <p:cNvSpPr>
            <a:spLocks noChangeAspect="1"/>
          </p:cNvSpPr>
          <p:nvPr userDrawn="1"/>
        </p:nvSpPr>
        <p:spPr bwMode="gray">
          <a:xfrm>
            <a:off x="0" y="4626000"/>
            <a:ext cx="11854800" cy="1908000"/>
          </a:xfrm>
          <a:prstGeom prst="rect">
            <a:avLst/>
          </a:prstGeom>
          <a:solidFill>
            <a:schemeClr val="accent1">
              <a:alpha val="92000"/>
            </a:schemeClr>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85750" indent="-285750" algn="ctr">
              <a:lnSpc>
                <a:spcPct val="90000"/>
              </a:lnSpc>
              <a:spcAft>
                <a:spcPts val="1000"/>
              </a:spcAft>
              <a:buClr>
                <a:schemeClr val="accent1"/>
              </a:buClr>
              <a:buSzPct val="95000"/>
              <a:buFont typeface="Wingdings" panose="05000000000000000000" pitchFamily="2" charset="2"/>
              <a:buChar char=""/>
            </a:pPr>
            <a:endParaRPr lang="en-US" noProof="0">
              <a:solidFill>
                <a:schemeClr val="tx2"/>
              </a:solidFill>
            </a:endParaRPr>
          </a:p>
        </p:txBody>
      </p:sp>
      <p:sp>
        <p:nvSpPr>
          <p:cNvPr id="39" name="Textplatzhalter 37">
            <a:extLst>
              <a:ext uri="{FF2B5EF4-FFF2-40B4-BE49-F238E27FC236}">
                <a16:creationId xmlns:a16="http://schemas.microsoft.com/office/drawing/2014/main" id="{EC37DDC2-310F-422B-B108-F810C1CD9976}"/>
              </a:ext>
            </a:extLst>
          </p:cNvPr>
          <p:cNvSpPr>
            <a:spLocks noGrp="1"/>
          </p:cNvSpPr>
          <p:nvPr>
            <p:ph type="body" sz="quarter" idx="11" hasCustomPrompt="1"/>
          </p:nvPr>
        </p:nvSpPr>
        <p:spPr bwMode="gray">
          <a:xfrm>
            <a:off x="334800" y="5097600"/>
            <a:ext cx="11520000" cy="612000"/>
          </a:xfrm>
          <a:noFill/>
        </p:spPr>
        <p:txBody>
          <a:bodyPr lIns="0" tIns="0" rIns="324000" anchor="ctr"/>
          <a:lstStyle>
            <a:lvl1pPr marL="0" indent="0">
              <a:buNone/>
              <a:defRPr sz="4000">
                <a:solidFill>
                  <a:schemeClr val="bg1"/>
                </a:solidFill>
              </a:defRPr>
            </a:lvl1pPr>
          </a:lstStyle>
          <a:p>
            <a:pPr lvl="0"/>
            <a:r>
              <a:rPr lang="en-US" noProof="0"/>
              <a:t>Cover</a:t>
            </a:r>
          </a:p>
        </p:txBody>
      </p:sp>
      <p:sp>
        <p:nvSpPr>
          <p:cNvPr id="40" name="Rechteck 39">
            <a:extLst>
              <a:ext uri="{FF2B5EF4-FFF2-40B4-BE49-F238E27FC236}">
                <a16:creationId xmlns:a16="http://schemas.microsoft.com/office/drawing/2014/main" id="{71567EC2-A267-4B08-965F-43A9D0DCFC00}"/>
              </a:ext>
            </a:extLst>
          </p:cNvPr>
          <p:cNvSpPr>
            <a:spLocks noChangeAspect="1"/>
          </p:cNvSpPr>
          <p:nvPr userDrawn="1"/>
        </p:nvSpPr>
        <p:spPr bwMode="gray">
          <a:xfrm>
            <a:off x="334800" y="6476400"/>
            <a:ext cx="11520000" cy="57600"/>
          </a:xfrm>
          <a:prstGeom prst="rect">
            <a:avLst/>
          </a:prstGeom>
          <a:solidFill>
            <a:schemeClr val="accent3"/>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85750" indent="-285750" algn="ctr">
              <a:lnSpc>
                <a:spcPct val="90000"/>
              </a:lnSpc>
              <a:spcAft>
                <a:spcPts val="1000"/>
              </a:spcAft>
              <a:buClr>
                <a:schemeClr val="accent1"/>
              </a:buClr>
              <a:buSzPct val="95000"/>
              <a:buFont typeface="Wingdings" panose="05000000000000000000" pitchFamily="2" charset="2"/>
              <a:buChar char=""/>
            </a:pPr>
            <a:endParaRPr lang="en-US" noProof="0">
              <a:solidFill>
                <a:schemeClr val="tx2"/>
              </a:solidFill>
            </a:endParaRPr>
          </a:p>
        </p:txBody>
      </p:sp>
      <p:sp>
        <p:nvSpPr>
          <p:cNvPr id="41" name="Textplatzhalter 37">
            <a:extLst>
              <a:ext uri="{FF2B5EF4-FFF2-40B4-BE49-F238E27FC236}">
                <a16:creationId xmlns:a16="http://schemas.microsoft.com/office/drawing/2014/main" id="{BC11E2D2-F208-4FFF-873C-6F31D276F5ED}"/>
              </a:ext>
            </a:extLst>
          </p:cNvPr>
          <p:cNvSpPr>
            <a:spLocks noGrp="1"/>
          </p:cNvSpPr>
          <p:nvPr>
            <p:ph type="body" sz="quarter" idx="12" hasCustomPrompt="1"/>
          </p:nvPr>
        </p:nvSpPr>
        <p:spPr bwMode="gray">
          <a:xfrm>
            <a:off x="334800" y="5799600"/>
            <a:ext cx="11520000" cy="637575"/>
          </a:xfrm>
          <a:noFill/>
        </p:spPr>
        <p:txBody>
          <a:bodyPr lIns="0" tIns="0" rIns="324000" bIns="0"/>
          <a:lstStyle>
            <a:lvl1pPr marL="0" indent="0">
              <a:buNone/>
              <a:defRPr sz="1800">
                <a:solidFill>
                  <a:schemeClr val="bg1"/>
                </a:solidFill>
              </a:defRPr>
            </a:lvl1pPr>
          </a:lstStyle>
          <a:p>
            <a:pPr lvl="0"/>
            <a:r>
              <a:rPr lang="en-US" noProof="0"/>
              <a:t>Enter your subtitle or the name, title of the speaker here</a:t>
            </a:r>
          </a:p>
          <a:p>
            <a:pPr lvl="0"/>
            <a:r>
              <a:rPr lang="en-US" noProof="0"/>
              <a:t>Enter the location, date here</a:t>
            </a:r>
          </a:p>
        </p:txBody>
      </p:sp>
      <p:pic>
        <p:nvPicPr>
          <p:cNvPr id="42" name="Grafik 41">
            <a:extLst>
              <a:ext uri="{FF2B5EF4-FFF2-40B4-BE49-F238E27FC236}">
                <a16:creationId xmlns:a16="http://schemas.microsoft.com/office/drawing/2014/main" id="{C9A87D06-162D-4B69-AAE7-4A2B04BF58A0}"/>
              </a:ext>
            </a:extLst>
          </p:cNvPr>
          <p:cNvPicPr>
            <a:picLocks noChangeAspect="1"/>
          </p:cNvPicPr>
          <p:nvPr userDrawn="1"/>
        </p:nvPicPr>
        <p:blipFill>
          <a:blip r:embed="rId3"/>
          <a:stretch>
            <a:fillRect/>
          </a:stretch>
        </p:blipFill>
        <p:spPr bwMode="gray">
          <a:xfrm>
            <a:off x="10678411" y="0"/>
            <a:ext cx="1188000" cy="784826"/>
          </a:xfrm>
          <a:prstGeom prst="rect">
            <a:avLst/>
          </a:prstGeom>
        </p:spPr>
      </p:pic>
    </p:spTree>
    <p:extLst>
      <p:ext uri="{BB962C8B-B14F-4D97-AF65-F5344CB8AC3E}">
        <p14:creationId xmlns:p14="http://schemas.microsoft.com/office/powerpoint/2010/main" val="13647551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VER Interlocking">
    <p:spTree>
      <p:nvGrpSpPr>
        <p:cNvPr id="1" name=""/>
        <p:cNvGrpSpPr/>
        <p:nvPr/>
      </p:nvGrpSpPr>
      <p:grpSpPr>
        <a:xfrm>
          <a:off x="0" y="0"/>
          <a:ext cx="0" cy="0"/>
          <a:chOff x="0" y="0"/>
          <a:chExt cx="0" cy="0"/>
        </a:xfrm>
      </p:grpSpPr>
      <p:pic>
        <p:nvPicPr>
          <p:cNvPr id="37" name="Grafik 36">
            <a:extLst>
              <a:ext uri="{FF2B5EF4-FFF2-40B4-BE49-F238E27FC236}">
                <a16:creationId xmlns:a16="http://schemas.microsoft.com/office/drawing/2014/main" id="{E7D78028-B93A-496B-90CE-90B400DA532A}"/>
              </a:ext>
            </a:extLst>
          </p:cNvPr>
          <p:cNvPicPr preferRelativeResize="0">
            <a:picLocks noChangeAspect="1"/>
          </p:cNvPicPr>
          <p:nvPr userDrawn="1"/>
        </p:nvPicPr>
        <p:blipFill rotWithShape="1">
          <a:blip r:embed="rId2"/>
          <a:srcRect t="16862" b="10396"/>
          <a:stretch/>
        </p:blipFill>
        <p:spPr bwMode="gray">
          <a:xfrm>
            <a:off x="0" y="0"/>
            <a:ext cx="12193200" cy="6858000"/>
          </a:xfrm>
          <a:prstGeom prst="rect">
            <a:avLst/>
          </a:prstGeom>
        </p:spPr>
      </p:pic>
      <p:sp>
        <p:nvSpPr>
          <p:cNvPr id="38" name="Rechteck 37">
            <a:extLst>
              <a:ext uri="{FF2B5EF4-FFF2-40B4-BE49-F238E27FC236}">
                <a16:creationId xmlns:a16="http://schemas.microsoft.com/office/drawing/2014/main" id="{32892E46-203F-4987-82C7-7AB30182A746}"/>
              </a:ext>
            </a:extLst>
          </p:cNvPr>
          <p:cNvSpPr>
            <a:spLocks noChangeAspect="1"/>
          </p:cNvSpPr>
          <p:nvPr userDrawn="1"/>
        </p:nvSpPr>
        <p:spPr bwMode="gray">
          <a:xfrm>
            <a:off x="0" y="4626000"/>
            <a:ext cx="11854800" cy="1908000"/>
          </a:xfrm>
          <a:prstGeom prst="rect">
            <a:avLst/>
          </a:prstGeom>
          <a:solidFill>
            <a:schemeClr val="accent1">
              <a:alpha val="92000"/>
            </a:schemeClr>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85750" indent="-285750" algn="ctr">
              <a:lnSpc>
                <a:spcPct val="90000"/>
              </a:lnSpc>
              <a:spcAft>
                <a:spcPts val="1000"/>
              </a:spcAft>
              <a:buClr>
                <a:schemeClr val="accent1"/>
              </a:buClr>
              <a:buSzPct val="95000"/>
              <a:buFont typeface="Wingdings" panose="05000000000000000000" pitchFamily="2" charset="2"/>
              <a:buChar char=""/>
            </a:pPr>
            <a:endParaRPr lang="en-US" noProof="0">
              <a:solidFill>
                <a:schemeClr val="tx2"/>
              </a:solidFill>
            </a:endParaRPr>
          </a:p>
        </p:txBody>
      </p:sp>
      <p:sp>
        <p:nvSpPr>
          <p:cNvPr id="39" name="Textplatzhalter 37">
            <a:extLst>
              <a:ext uri="{FF2B5EF4-FFF2-40B4-BE49-F238E27FC236}">
                <a16:creationId xmlns:a16="http://schemas.microsoft.com/office/drawing/2014/main" id="{EC37DDC2-310F-422B-B108-F810C1CD9976}"/>
              </a:ext>
            </a:extLst>
          </p:cNvPr>
          <p:cNvSpPr>
            <a:spLocks noGrp="1"/>
          </p:cNvSpPr>
          <p:nvPr>
            <p:ph type="body" sz="quarter" idx="11" hasCustomPrompt="1"/>
          </p:nvPr>
        </p:nvSpPr>
        <p:spPr bwMode="gray">
          <a:xfrm>
            <a:off x="334800" y="5097600"/>
            <a:ext cx="11520000" cy="612000"/>
          </a:xfrm>
          <a:noFill/>
        </p:spPr>
        <p:txBody>
          <a:bodyPr lIns="0" tIns="0" rIns="324000" anchor="ctr"/>
          <a:lstStyle>
            <a:lvl1pPr marL="0" indent="0">
              <a:buNone/>
              <a:defRPr sz="4000">
                <a:solidFill>
                  <a:schemeClr val="bg1"/>
                </a:solidFill>
              </a:defRPr>
            </a:lvl1pPr>
          </a:lstStyle>
          <a:p>
            <a:pPr lvl="0"/>
            <a:r>
              <a:rPr lang="en-US" noProof="0"/>
              <a:t>Cover</a:t>
            </a:r>
          </a:p>
        </p:txBody>
      </p:sp>
      <p:sp>
        <p:nvSpPr>
          <p:cNvPr id="40" name="Rechteck 39">
            <a:extLst>
              <a:ext uri="{FF2B5EF4-FFF2-40B4-BE49-F238E27FC236}">
                <a16:creationId xmlns:a16="http://schemas.microsoft.com/office/drawing/2014/main" id="{71567EC2-A267-4B08-965F-43A9D0DCFC00}"/>
              </a:ext>
            </a:extLst>
          </p:cNvPr>
          <p:cNvSpPr>
            <a:spLocks noChangeAspect="1"/>
          </p:cNvSpPr>
          <p:nvPr userDrawn="1"/>
        </p:nvSpPr>
        <p:spPr bwMode="gray">
          <a:xfrm>
            <a:off x="334800" y="6476400"/>
            <a:ext cx="11520000" cy="57600"/>
          </a:xfrm>
          <a:prstGeom prst="rect">
            <a:avLst/>
          </a:prstGeom>
          <a:solidFill>
            <a:schemeClr val="accent3"/>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85750" indent="-285750" algn="ctr">
              <a:lnSpc>
                <a:spcPct val="90000"/>
              </a:lnSpc>
              <a:spcAft>
                <a:spcPts val="1000"/>
              </a:spcAft>
              <a:buClr>
                <a:schemeClr val="accent1"/>
              </a:buClr>
              <a:buSzPct val="95000"/>
              <a:buFont typeface="Wingdings" panose="05000000000000000000" pitchFamily="2" charset="2"/>
              <a:buChar char=""/>
            </a:pPr>
            <a:endParaRPr lang="en-US" noProof="0">
              <a:solidFill>
                <a:schemeClr val="tx2"/>
              </a:solidFill>
            </a:endParaRPr>
          </a:p>
        </p:txBody>
      </p:sp>
      <p:sp>
        <p:nvSpPr>
          <p:cNvPr id="41" name="Textplatzhalter 37">
            <a:extLst>
              <a:ext uri="{FF2B5EF4-FFF2-40B4-BE49-F238E27FC236}">
                <a16:creationId xmlns:a16="http://schemas.microsoft.com/office/drawing/2014/main" id="{BC11E2D2-F208-4FFF-873C-6F31D276F5ED}"/>
              </a:ext>
            </a:extLst>
          </p:cNvPr>
          <p:cNvSpPr>
            <a:spLocks noGrp="1"/>
          </p:cNvSpPr>
          <p:nvPr>
            <p:ph type="body" sz="quarter" idx="12" hasCustomPrompt="1"/>
          </p:nvPr>
        </p:nvSpPr>
        <p:spPr bwMode="gray">
          <a:xfrm>
            <a:off x="334800" y="5799600"/>
            <a:ext cx="11520000" cy="637575"/>
          </a:xfrm>
          <a:noFill/>
        </p:spPr>
        <p:txBody>
          <a:bodyPr lIns="0" tIns="0" rIns="324000" bIns="0"/>
          <a:lstStyle>
            <a:lvl1pPr marL="0" indent="0">
              <a:buNone/>
              <a:defRPr sz="1800">
                <a:solidFill>
                  <a:schemeClr val="bg1"/>
                </a:solidFill>
              </a:defRPr>
            </a:lvl1pPr>
          </a:lstStyle>
          <a:p>
            <a:pPr lvl="0"/>
            <a:r>
              <a:rPr lang="en-US" noProof="0"/>
              <a:t>Enter your subtitle or the name, title of the speaker here</a:t>
            </a:r>
          </a:p>
          <a:p>
            <a:pPr lvl="0"/>
            <a:r>
              <a:rPr lang="en-US" noProof="0"/>
              <a:t>Enter the location, date here</a:t>
            </a:r>
          </a:p>
        </p:txBody>
      </p:sp>
      <p:pic>
        <p:nvPicPr>
          <p:cNvPr id="42" name="Grafik 41">
            <a:extLst>
              <a:ext uri="{FF2B5EF4-FFF2-40B4-BE49-F238E27FC236}">
                <a16:creationId xmlns:a16="http://schemas.microsoft.com/office/drawing/2014/main" id="{F01277DA-F683-43CC-B206-7753E83A6070}"/>
              </a:ext>
            </a:extLst>
          </p:cNvPr>
          <p:cNvPicPr>
            <a:picLocks noChangeAspect="1"/>
          </p:cNvPicPr>
          <p:nvPr userDrawn="1"/>
        </p:nvPicPr>
        <p:blipFill>
          <a:blip r:embed="rId3"/>
          <a:stretch>
            <a:fillRect/>
          </a:stretch>
        </p:blipFill>
        <p:spPr bwMode="gray">
          <a:xfrm>
            <a:off x="10678411" y="0"/>
            <a:ext cx="1188000" cy="784826"/>
          </a:xfrm>
          <a:prstGeom prst="rect">
            <a:avLst/>
          </a:prstGeom>
        </p:spPr>
      </p:pic>
    </p:spTree>
    <p:extLst>
      <p:ext uri="{BB962C8B-B14F-4D97-AF65-F5344CB8AC3E}">
        <p14:creationId xmlns:p14="http://schemas.microsoft.com/office/powerpoint/2010/main" val="2069355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PTER Corporate">
    <p:spTree>
      <p:nvGrpSpPr>
        <p:cNvPr id="1" name=""/>
        <p:cNvGrpSpPr/>
        <p:nvPr/>
      </p:nvGrpSpPr>
      <p:grpSpPr>
        <a:xfrm>
          <a:off x="0" y="0"/>
          <a:ext cx="0" cy="0"/>
          <a:chOff x="0" y="0"/>
          <a:chExt cx="0" cy="0"/>
        </a:xfrm>
      </p:grpSpPr>
      <p:sp>
        <p:nvSpPr>
          <p:cNvPr id="109" name="Bildplatzhalter 108">
            <a:extLst>
              <a:ext uri="{FF2B5EF4-FFF2-40B4-BE49-F238E27FC236}">
                <a16:creationId xmlns:a16="http://schemas.microsoft.com/office/drawing/2014/main" id="{3BECA79D-9B9D-434B-95A3-2C40BFC17BF4}"/>
              </a:ext>
            </a:extLst>
          </p:cNvPr>
          <p:cNvSpPr>
            <a:spLocks noGrp="1" noChangeAspect="1"/>
          </p:cNvSpPr>
          <p:nvPr>
            <p:ph type="pic" sz="quarter" idx="19" hasCustomPrompt="1"/>
          </p:nvPr>
        </p:nvSpPr>
        <p:spPr bwMode="gray">
          <a:xfrm>
            <a:off x="0" y="0"/>
            <a:ext cx="12193200" cy="6858000"/>
          </a:xfrm>
          <a:custGeom>
            <a:avLst/>
            <a:gdLst>
              <a:gd name="connsiteX0" fmla="*/ 0 w 12193200"/>
              <a:gd name="connsiteY0" fmla="*/ 0 h 6858000"/>
              <a:gd name="connsiteX1" fmla="*/ 10682011 w 12193200"/>
              <a:gd name="connsiteY1" fmla="*/ 0 h 6858000"/>
              <a:gd name="connsiteX2" fmla="*/ 10682011 w 12193200"/>
              <a:gd name="connsiteY2" fmla="*/ 781200 h 6858000"/>
              <a:gd name="connsiteX3" fmla="*/ 11862813 w 12193200"/>
              <a:gd name="connsiteY3" fmla="*/ 781200 h 6858000"/>
              <a:gd name="connsiteX4" fmla="*/ 11862813 w 12193200"/>
              <a:gd name="connsiteY4" fmla="*/ 0 h 6858000"/>
              <a:gd name="connsiteX5" fmla="*/ 12193200 w 12193200"/>
              <a:gd name="connsiteY5" fmla="*/ 0 h 6858000"/>
              <a:gd name="connsiteX6" fmla="*/ 12193200 w 12193200"/>
              <a:gd name="connsiteY6" fmla="*/ 6858000 h 6858000"/>
              <a:gd name="connsiteX7" fmla="*/ 0 w 121932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3200" h="6858000">
                <a:moveTo>
                  <a:pt x="0" y="0"/>
                </a:moveTo>
                <a:lnTo>
                  <a:pt x="10682011" y="0"/>
                </a:lnTo>
                <a:lnTo>
                  <a:pt x="10682011" y="781200"/>
                </a:lnTo>
                <a:lnTo>
                  <a:pt x="11862813" y="781200"/>
                </a:lnTo>
                <a:lnTo>
                  <a:pt x="11862813" y="0"/>
                </a:lnTo>
                <a:lnTo>
                  <a:pt x="12193200" y="0"/>
                </a:lnTo>
                <a:lnTo>
                  <a:pt x="12193200" y="6858000"/>
                </a:lnTo>
                <a:lnTo>
                  <a:pt x="0" y="6858000"/>
                </a:lnTo>
                <a:close/>
              </a:path>
            </a:pathLst>
          </a:custGeom>
          <a:blipFill>
            <a:blip r:embed="rId2"/>
            <a:stretch>
              <a:fillRect/>
            </a:stretch>
          </a:blipFill>
          <a:ln>
            <a:noFill/>
          </a:ln>
        </p:spPr>
        <p:txBody>
          <a:bodyPr vert="horz" wrap="square" lIns="144000" tIns="144000" rIns="144000" bIns="144000" rtlCol="0" anchor="ctr">
            <a:noAutofit/>
          </a:bodyPr>
          <a:lstStyle>
            <a:lvl1pPr algn="ctr">
              <a:buFontTx/>
              <a:buNone/>
              <a:defRPr lang="de-DE" sz="1600">
                <a:noFill/>
              </a:defRPr>
            </a:lvl1pPr>
          </a:lstStyle>
          <a:p>
            <a:pPr marL="324000" lvl="0" indent="-324000" algn="ctr"/>
            <a:r>
              <a:rPr lang="en-US" noProof="0"/>
              <a:t> Picture</a:t>
            </a:r>
          </a:p>
        </p:txBody>
      </p:sp>
      <p:sp>
        <p:nvSpPr>
          <p:cNvPr id="39" name="Textplatzhalter 4">
            <a:extLst>
              <a:ext uri="{FF2B5EF4-FFF2-40B4-BE49-F238E27FC236}">
                <a16:creationId xmlns:a16="http://schemas.microsoft.com/office/drawing/2014/main" id="{F3564EF3-3E93-49C9-984F-9F8EB59247DA}"/>
              </a:ext>
            </a:extLst>
          </p:cNvPr>
          <p:cNvSpPr>
            <a:spLocks noGrp="1" noChangeAspect="1"/>
          </p:cNvSpPr>
          <p:nvPr>
            <p:ph type="body" sz="quarter" idx="20" hasCustomPrompt="1"/>
          </p:nvPr>
        </p:nvSpPr>
        <p:spPr bwMode="gray">
          <a:xfrm>
            <a:off x="0" y="4626000"/>
            <a:ext cx="7020000" cy="1908000"/>
          </a:xfrm>
          <a:solidFill>
            <a:schemeClr val="accent1">
              <a:alpha val="92000"/>
            </a:schemeClr>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lvl1pPr>
              <a:buNone/>
              <a:defRPr lang="de-DE" dirty="0" smtClean="0">
                <a:solidFill>
                  <a:schemeClr val="tx2"/>
                </a:solidFill>
              </a:defRPr>
            </a:lvl1pPr>
            <a:lvl2pPr>
              <a:defRPr lang="de-DE" sz="1800" dirty="0" smtClean="0">
                <a:solidFill>
                  <a:schemeClr val="lt1"/>
                </a:solidFill>
              </a:defRPr>
            </a:lvl2pPr>
            <a:lvl3pPr>
              <a:defRPr lang="de-DE" sz="1800" dirty="0" smtClean="0">
                <a:solidFill>
                  <a:schemeClr val="lt1"/>
                </a:solidFill>
              </a:defRPr>
            </a:lvl3pPr>
            <a:lvl4pPr>
              <a:defRPr lang="de-DE" sz="1800" dirty="0" smtClean="0">
                <a:solidFill>
                  <a:schemeClr val="lt1"/>
                </a:solidFill>
              </a:defRPr>
            </a:lvl4pPr>
            <a:lvl5pPr>
              <a:defRPr lang="de-DE" sz="1800" dirty="0">
                <a:solidFill>
                  <a:schemeClr val="lt1"/>
                </a:solidFill>
              </a:defRPr>
            </a:lvl5pPr>
          </a:lstStyle>
          <a:p>
            <a:pPr marL="285750" lvl="0" indent="-285750" algn="ctr">
              <a:spcAft>
                <a:spcPts val="1000"/>
              </a:spcAft>
              <a:buSzPct val="95000"/>
            </a:pPr>
            <a:r>
              <a:rPr lang="en-US" noProof="0"/>
              <a:t> </a:t>
            </a:r>
          </a:p>
        </p:txBody>
      </p:sp>
      <p:sp>
        <p:nvSpPr>
          <p:cNvPr id="41" name="Textplatzhalter 4">
            <a:extLst>
              <a:ext uri="{FF2B5EF4-FFF2-40B4-BE49-F238E27FC236}">
                <a16:creationId xmlns:a16="http://schemas.microsoft.com/office/drawing/2014/main" id="{A0FB4CF6-BACB-4367-A338-9C8F3051322A}"/>
              </a:ext>
            </a:extLst>
          </p:cNvPr>
          <p:cNvSpPr>
            <a:spLocks noGrp="1" noChangeAspect="1"/>
          </p:cNvSpPr>
          <p:nvPr>
            <p:ph type="body" sz="quarter" idx="21" hasCustomPrompt="1"/>
          </p:nvPr>
        </p:nvSpPr>
        <p:spPr bwMode="gray">
          <a:xfrm>
            <a:off x="334800" y="6476400"/>
            <a:ext cx="6685200" cy="57600"/>
          </a:xfrm>
          <a:solidFill>
            <a:schemeClr val="accent3">
              <a:alpha val="92000"/>
            </a:schemeClr>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lvl1pPr>
              <a:buNone/>
              <a:defRPr lang="de-DE" dirty="0" smtClean="0">
                <a:solidFill>
                  <a:schemeClr val="tx2"/>
                </a:solidFill>
              </a:defRPr>
            </a:lvl1pPr>
            <a:lvl2pPr>
              <a:defRPr lang="de-DE" sz="1800" dirty="0" smtClean="0">
                <a:solidFill>
                  <a:schemeClr val="lt1"/>
                </a:solidFill>
              </a:defRPr>
            </a:lvl2pPr>
            <a:lvl3pPr>
              <a:defRPr lang="de-DE" sz="1800" dirty="0" smtClean="0">
                <a:solidFill>
                  <a:schemeClr val="lt1"/>
                </a:solidFill>
              </a:defRPr>
            </a:lvl3pPr>
            <a:lvl4pPr>
              <a:defRPr lang="de-DE" sz="1800" dirty="0" smtClean="0">
                <a:solidFill>
                  <a:schemeClr val="lt1"/>
                </a:solidFill>
              </a:defRPr>
            </a:lvl4pPr>
            <a:lvl5pPr>
              <a:defRPr lang="de-DE" sz="1800" dirty="0">
                <a:solidFill>
                  <a:schemeClr val="lt1"/>
                </a:solidFill>
              </a:defRPr>
            </a:lvl5pPr>
          </a:lstStyle>
          <a:p>
            <a:pPr marL="285750" lvl="0" indent="-285750" algn="ctr">
              <a:spcAft>
                <a:spcPts val="1000"/>
              </a:spcAft>
              <a:buSzPct val="95000"/>
            </a:pPr>
            <a:r>
              <a:rPr lang="en-US" noProof="0"/>
              <a:t> </a:t>
            </a:r>
          </a:p>
        </p:txBody>
      </p:sp>
      <p:sp>
        <p:nvSpPr>
          <p:cNvPr id="38" name="Textplatzhalter 37">
            <a:extLst>
              <a:ext uri="{FF2B5EF4-FFF2-40B4-BE49-F238E27FC236}">
                <a16:creationId xmlns:a16="http://schemas.microsoft.com/office/drawing/2014/main" id="{DCA7FEC8-1641-449B-89EF-E18C0B8A9561}"/>
              </a:ext>
            </a:extLst>
          </p:cNvPr>
          <p:cNvSpPr>
            <a:spLocks noGrp="1"/>
          </p:cNvSpPr>
          <p:nvPr>
            <p:ph type="body" sz="quarter" idx="11" hasCustomPrompt="1"/>
          </p:nvPr>
        </p:nvSpPr>
        <p:spPr bwMode="gray">
          <a:xfrm>
            <a:off x="334800" y="5097600"/>
            <a:ext cx="6685200" cy="612000"/>
          </a:xfrm>
          <a:noFill/>
        </p:spPr>
        <p:txBody>
          <a:bodyPr lIns="0" tIns="0" rIns="324000" anchor="ctr"/>
          <a:lstStyle>
            <a:lvl1pPr marL="0" indent="0">
              <a:buNone/>
              <a:defRPr sz="4000">
                <a:solidFill>
                  <a:schemeClr val="bg1"/>
                </a:solidFill>
              </a:defRPr>
            </a:lvl1pPr>
          </a:lstStyle>
          <a:p>
            <a:pPr lvl="0"/>
            <a:r>
              <a:rPr lang="en-US" noProof="0"/>
              <a:t>Chapter</a:t>
            </a:r>
          </a:p>
        </p:txBody>
      </p:sp>
      <p:sp>
        <p:nvSpPr>
          <p:cNvPr id="40" name="Textplatzhalter 37">
            <a:extLst>
              <a:ext uri="{FF2B5EF4-FFF2-40B4-BE49-F238E27FC236}">
                <a16:creationId xmlns:a16="http://schemas.microsoft.com/office/drawing/2014/main" id="{365DB060-3A81-4AFB-AD73-C21F3016A9EF}"/>
              </a:ext>
            </a:extLst>
          </p:cNvPr>
          <p:cNvSpPr>
            <a:spLocks noGrp="1"/>
          </p:cNvSpPr>
          <p:nvPr>
            <p:ph type="body" sz="quarter" idx="12" hasCustomPrompt="1"/>
          </p:nvPr>
        </p:nvSpPr>
        <p:spPr bwMode="gray">
          <a:xfrm>
            <a:off x="334800" y="5799600"/>
            <a:ext cx="6685200" cy="637575"/>
          </a:xfrm>
          <a:noFill/>
        </p:spPr>
        <p:txBody>
          <a:bodyPr lIns="0" tIns="0" rIns="324000" bIns="0"/>
          <a:lstStyle>
            <a:lvl1pPr marL="0" indent="0">
              <a:buNone/>
              <a:defRPr sz="1800">
                <a:solidFill>
                  <a:schemeClr val="bg1"/>
                </a:solidFill>
              </a:defRPr>
            </a:lvl1pPr>
          </a:lstStyle>
          <a:p>
            <a:pPr lvl="0"/>
            <a:r>
              <a:rPr lang="en-US" noProof="0"/>
              <a:t>Enter your subtitle here</a:t>
            </a:r>
          </a:p>
        </p:txBody>
      </p:sp>
    </p:spTree>
    <p:extLst>
      <p:ext uri="{BB962C8B-B14F-4D97-AF65-F5344CB8AC3E}">
        <p14:creationId xmlns:p14="http://schemas.microsoft.com/office/powerpoint/2010/main" val="41850647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PTER Air &amp; Sea Logistics">
    <p:spTree>
      <p:nvGrpSpPr>
        <p:cNvPr id="1" name=""/>
        <p:cNvGrpSpPr/>
        <p:nvPr/>
      </p:nvGrpSpPr>
      <p:grpSpPr>
        <a:xfrm>
          <a:off x="0" y="0"/>
          <a:ext cx="0" cy="0"/>
          <a:chOff x="0" y="0"/>
          <a:chExt cx="0" cy="0"/>
        </a:xfrm>
      </p:grpSpPr>
      <p:sp>
        <p:nvSpPr>
          <p:cNvPr id="109" name="Bildplatzhalter 108">
            <a:extLst>
              <a:ext uri="{FF2B5EF4-FFF2-40B4-BE49-F238E27FC236}">
                <a16:creationId xmlns:a16="http://schemas.microsoft.com/office/drawing/2014/main" id="{3BECA79D-9B9D-434B-95A3-2C40BFC17BF4}"/>
              </a:ext>
            </a:extLst>
          </p:cNvPr>
          <p:cNvSpPr>
            <a:spLocks noGrp="1" noChangeAspect="1"/>
          </p:cNvSpPr>
          <p:nvPr>
            <p:ph type="pic" sz="quarter" idx="19" hasCustomPrompt="1"/>
          </p:nvPr>
        </p:nvSpPr>
        <p:spPr bwMode="gray">
          <a:xfrm>
            <a:off x="0" y="0"/>
            <a:ext cx="12193200" cy="6858000"/>
          </a:xfrm>
          <a:custGeom>
            <a:avLst/>
            <a:gdLst>
              <a:gd name="connsiteX0" fmla="*/ 0 w 12193200"/>
              <a:gd name="connsiteY0" fmla="*/ 0 h 6858000"/>
              <a:gd name="connsiteX1" fmla="*/ 10682011 w 12193200"/>
              <a:gd name="connsiteY1" fmla="*/ 0 h 6858000"/>
              <a:gd name="connsiteX2" fmla="*/ 10682011 w 12193200"/>
              <a:gd name="connsiteY2" fmla="*/ 781200 h 6858000"/>
              <a:gd name="connsiteX3" fmla="*/ 11862813 w 12193200"/>
              <a:gd name="connsiteY3" fmla="*/ 781200 h 6858000"/>
              <a:gd name="connsiteX4" fmla="*/ 11862813 w 12193200"/>
              <a:gd name="connsiteY4" fmla="*/ 0 h 6858000"/>
              <a:gd name="connsiteX5" fmla="*/ 12193200 w 12193200"/>
              <a:gd name="connsiteY5" fmla="*/ 0 h 6858000"/>
              <a:gd name="connsiteX6" fmla="*/ 12193200 w 12193200"/>
              <a:gd name="connsiteY6" fmla="*/ 6858000 h 6858000"/>
              <a:gd name="connsiteX7" fmla="*/ 0 w 121932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3200" h="6858000">
                <a:moveTo>
                  <a:pt x="0" y="0"/>
                </a:moveTo>
                <a:lnTo>
                  <a:pt x="10682011" y="0"/>
                </a:lnTo>
                <a:lnTo>
                  <a:pt x="10682011" y="781200"/>
                </a:lnTo>
                <a:lnTo>
                  <a:pt x="11862813" y="781200"/>
                </a:lnTo>
                <a:lnTo>
                  <a:pt x="11862813" y="0"/>
                </a:lnTo>
                <a:lnTo>
                  <a:pt x="12193200" y="0"/>
                </a:lnTo>
                <a:lnTo>
                  <a:pt x="12193200" y="6858000"/>
                </a:lnTo>
                <a:lnTo>
                  <a:pt x="0" y="6858000"/>
                </a:lnTo>
                <a:close/>
              </a:path>
            </a:pathLst>
          </a:custGeom>
          <a:blipFill>
            <a:blip r:embed="rId2"/>
            <a:stretch>
              <a:fillRect/>
            </a:stretch>
          </a:blipFill>
          <a:ln>
            <a:noFill/>
          </a:ln>
        </p:spPr>
        <p:txBody>
          <a:bodyPr vert="horz" wrap="square" lIns="144000" tIns="144000" rIns="144000" bIns="144000" rtlCol="0" anchor="ctr">
            <a:noAutofit/>
          </a:bodyPr>
          <a:lstStyle>
            <a:lvl1pPr algn="ctr">
              <a:buFontTx/>
              <a:buNone/>
              <a:defRPr lang="de-DE" sz="1600">
                <a:noFill/>
              </a:defRPr>
            </a:lvl1pPr>
          </a:lstStyle>
          <a:p>
            <a:pPr marL="324000" lvl="0" indent="-324000" algn="ctr"/>
            <a:r>
              <a:rPr lang="en-US" noProof="0"/>
              <a:t> Picture</a:t>
            </a:r>
          </a:p>
        </p:txBody>
      </p:sp>
      <p:sp>
        <p:nvSpPr>
          <p:cNvPr id="7" name="Textplatzhalter 4">
            <a:extLst>
              <a:ext uri="{FF2B5EF4-FFF2-40B4-BE49-F238E27FC236}">
                <a16:creationId xmlns:a16="http://schemas.microsoft.com/office/drawing/2014/main" id="{8FAC544A-1A98-4FD1-902F-EAC91182719C}"/>
              </a:ext>
            </a:extLst>
          </p:cNvPr>
          <p:cNvSpPr>
            <a:spLocks noGrp="1" noChangeAspect="1"/>
          </p:cNvSpPr>
          <p:nvPr>
            <p:ph type="body" sz="quarter" idx="20" hasCustomPrompt="1"/>
          </p:nvPr>
        </p:nvSpPr>
        <p:spPr bwMode="gray">
          <a:xfrm>
            <a:off x="0" y="4626000"/>
            <a:ext cx="7020000" cy="1908000"/>
          </a:xfrm>
          <a:solidFill>
            <a:schemeClr val="accent1">
              <a:alpha val="92000"/>
            </a:schemeClr>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lvl1pPr>
              <a:buNone/>
              <a:defRPr lang="de-DE" dirty="0" smtClean="0">
                <a:solidFill>
                  <a:schemeClr val="tx2"/>
                </a:solidFill>
              </a:defRPr>
            </a:lvl1pPr>
            <a:lvl2pPr>
              <a:defRPr lang="de-DE" sz="1800" dirty="0" smtClean="0">
                <a:solidFill>
                  <a:schemeClr val="lt1"/>
                </a:solidFill>
              </a:defRPr>
            </a:lvl2pPr>
            <a:lvl3pPr>
              <a:defRPr lang="de-DE" sz="1800" dirty="0" smtClean="0">
                <a:solidFill>
                  <a:schemeClr val="lt1"/>
                </a:solidFill>
              </a:defRPr>
            </a:lvl3pPr>
            <a:lvl4pPr>
              <a:defRPr lang="de-DE" sz="1800" dirty="0" smtClean="0">
                <a:solidFill>
                  <a:schemeClr val="lt1"/>
                </a:solidFill>
              </a:defRPr>
            </a:lvl4pPr>
            <a:lvl5pPr>
              <a:defRPr lang="de-DE" sz="1800" dirty="0">
                <a:solidFill>
                  <a:schemeClr val="lt1"/>
                </a:solidFill>
              </a:defRPr>
            </a:lvl5pPr>
          </a:lstStyle>
          <a:p>
            <a:pPr marL="285750" lvl="0" indent="-285750" algn="ctr">
              <a:spcAft>
                <a:spcPts val="1000"/>
              </a:spcAft>
              <a:buSzPct val="95000"/>
            </a:pPr>
            <a:r>
              <a:rPr lang="en-US" noProof="0"/>
              <a:t> </a:t>
            </a:r>
          </a:p>
        </p:txBody>
      </p:sp>
      <p:sp>
        <p:nvSpPr>
          <p:cNvPr id="8" name="Textplatzhalter 4">
            <a:extLst>
              <a:ext uri="{FF2B5EF4-FFF2-40B4-BE49-F238E27FC236}">
                <a16:creationId xmlns:a16="http://schemas.microsoft.com/office/drawing/2014/main" id="{A978DA10-2D6A-4E95-B74A-347F4F758093}"/>
              </a:ext>
            </a:extLst>
          </p:cNvPr>
          <p:cNvSpPr>
            <a:spLocks noGrp="1" noChangeAspect="1"/>
          </p:cNvSpPr>
          <p:nvPr>
            <p:ph type="body" sz="quarter" idx="21" hasCustomPrompt="1"/>
          </p:nvPr>
        </p:nvSpPr>
        <p:spPr bwMode="gray">
          <a:xfrm>
            <a:off x="334800" y="6476400"/>
            <a:ext cx="6685200" cy="57600"/>
          </a:xfrm>
          <a:solidFill>
            <a:schemeClr val="accent3">
              <a:alpha val="92000"/>
            </a:schemeClr>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lvl1pPr>
              <a:buNone/>
              <a:defRPr lang="de-DE" dirty="0" smtClean="0">
                <a:solidFill>
                  <a:schemeClr val="tx2"/>
                </a:solidFill>
              </a:defRPr>
            </a:lvl1pPr>
            <a:lvl2pPr>
              <a:defRPr lang="de-DE" sz="1800" dirty="0" smtClean="0">
                <a:solidFill>
                  <a:schemeClr val="lt1"/>
                </a:solidFill>
              </a:defRPr>
            </a:lvl2pPr>
            <a:lvl3pPr>
              <a:defRPr lang="de-DE" sz="1800" dirty="0" smtClean="0">
                <a:solidFill>
                  <a:schemeClr val="lt1"/>
                </a:solidFill>
              </a:defRPr>
            </a:lvl3pPr>
            <a:lvl4pPr>
              <a:defRPr lang="de-DE" sz="1800" dirty="0" smtClean="0">
                <a:solidFill>
                  <a:schemeClr val="lt1"/>
                </a:solidFill>
              </a:defRPr>
            </a:lvl4pPr>
            <a:lvl5pPr>
              <a:defRPr lang="de-DE" sz="1800" dirty="0">
                <a:solidFill>
                  <a:schemeClr val="lt1"/>
                </a:solidFill>
              </a:defRPr>
            </a:lvl5pPr>
          </a:lstStyle>
          <a:p>
            <a:pPr marL="285750" lvl="0" indent="-285750" algn="ctr">
              <a:spcAft>
                <a:spcPts val="1000"/>
              </a:spcAft>
              <a:buSzPct val="95000"/>
            </a:pPr>
            <a:r>
              <a:rPr lang="en-US" noProof="0"/>
              <a:t> </a:t>
            </a:r>
          </a:p>
        </p:txBody>
      </p:sp>
      <p:sp>
        <p:nvSpPr>
          <p:cNvPr id="9" name="Textplatzhalter 37">
            <a:extLst>
              <a:ext uri="{FF2B5EF4-FFF2-40B4-BE49-F238E27FC236}">
                <a16:creationId xmlns:a16="http://schemas.microsoft.com/office/drawing/2014/main" id="{6BCBBA0B-D013-4C56-A2FA-29A15622E15E}"/>
              </a:ext>
            </a:extLst>
          </p:cNvPr>
          <p:cNvSpPr>
            <a:spLocks noGrp="1"/>
          </p:cNvSpPr>
          <p:nvPr>
            <p:ph type="body" sz="quarter" idx="11" hasCustomPrompt="1"/>
          </p:nvPr>
        </p:nvSpPr>
        <p:spPr bwMode="gray">
          <a:xfrm>
            <a:off x="334800" y="5097600"/>
            <a:ext cx="6685200" cy="612000"/>
          </a:xfrm>
          <a:noFill/>
        </p:spPr>
        <p:txBody>
          <a:bodyPr lIns="0" tIns="0" rIns="324000" anchor="ctr"/>
          <a:lstStyle>
            <a:lvl1pPr marL="0" indent="0">
              <a:buNone/>
              <a:defRPr sz="4000">
                <a:solidFill>
                  <a:schemeClr val="bg1"/>
                </a:solidFill>
              </a:defRPr>
            </a:lvl1pPr>
          </a:lstStyle>
          <a:p>
            <a:pPr lvl="0"/>
            <a:r>
              <a:rPr lang="en-US" noProof="0"/>
              <a:t>Chapter</a:t>
            </a:r>
          </a:p>
        </p:txBody>
      </p:sp>
      <p:sp>
        <p:nvSpPr>
          <p:cNvPr id="10" name="Textplatzhalter 37">
            <a:extLst>
              <a:ext uri="{FF2B5EF4-FFF2-40B4-BE49-F238E27FC236}">
                <a16:creationId xmlns:a16="http://schemas.microsoft.com/office/drawing/2014/main" id="{678EB7EB-4819-492F-B96E-635D43EF4814}"/>
              </a:ext>
            </a:extLst>
          </p:cNvPr>
          <p:cNvSpPr>
            <a:spLocks noGrp="1"/>
          </p:cNvSpPr>
          <p:nvPr>
            <p:ph type="body" sz="quarter" idx="12" hasCustomPrompt="1"/>
          </p:nvPr>
        </p:nvSpPr>
        <p:spPr bwMode="gray">
          <a:xfrm>
            <a:off x="334800" y="5799600"/>
            <a:ext cx="6685200" cy="637575"/>
          </a:xfrm>
          <a:noFill/>
        </p:spPr>
        <p:txBody>
          <a:bodyPr lIns="0" tIns="0" rIns="324000" bIns="0"/>
          <a:lstStyle>
            <a:lvl1pPr marL="0" indent="0">
              <a:buNone/>
              <a:defRPr sz="1800">
                <a:solidFill>
                  <a:schemeClr val="bg1"/>
                </a:solidFill>
              </a:defRPr>
            </a:lvl1pPr>
          </a:lstStyle>
          <a:p>
            <a:pPr lvl="0"/>
            <a:r>
              <a:rPr lang="en-US" noProof="0"/>
              <a:t>Enter your subtitle here</a:t>
            </a:r>
          </a:p>
        </p:txBody>
      </p:sp>
    </p:spTree>
    <p:extLst>
      <p:ext uri="{BB962C8B-B14F-4D97-AF65-F5344CB8AC3E}">
        <p14:creationId xmlns:p14="http://schemas.microsoft.com/office/powerpoint/2010/main" val="33340403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HAPTER Contract Logistics">
    <p:spTree>
      <p:nvGrpSpPr>
        <p:cNvPr id="1" name=""/>
        <p:cNvGrpSpPr/>
        <p:nvPr/>
      </p:nvGrpSpPr>
      <p:grpSpPr>
        <a:xfrm>
          <a:off x="0" y="0"/>
          <a:ext cx="0" cy="0"/>
          <a:chOff x="0" y="0"/>
          <a:chExt cx="0" cy="0"/>
        </a:xfrm>
      </p:grpSpPr>
      <p:sp>
        <p:nvSpPr>
          <p:cNvPr id="109" name="Bildplatzhalter 108">
            <a:extLst>
              <a:ext uri="{FF2B5EF4-FFF2-40B4-BE49-F238E27FC236}">
                <a16:creationId xmlns:a16="http://schemas.microsoft.com/office/drawing/2014/main" id="{3BECA79D-9B9D-434B-95A3-2C40BFC17BF4}"/>
              </a:ext>
            </a:extLst>
          </p:cNvPr>
          <p:cNvSpPr>
            <a:spLocks noGrp="1" noChangeAspect="1"/>
          </p:cNvSpPr>
          <p:nvPr>
            <p:ph type="pic" sz="quarter" idx="19" hasCustomPrompt="1"/>
          </p:nvPr>
        </p:nvSpPr>
        <p:spPr bwMode="gray">
          <a:xfrm>
            <a:off x="0" y="0"/>
            <a:ext cx="12193200" cy="6858000"/>
          </a:xfrm>
          <a:custGeom>
            <a:avLst/>
            <a:gdLst>
              <a:gd name="connsiteX0" fmla="*/ 0 w 12193200"/>
              <a:gd name="connsiteY0" fmla="*/ 0 h 6858000"/>
              <a:gd name="connsiteX1" fmla="*/ 10682011 w 12193200"/>
              <a:gd name="connsiteY1" fmla="*/ 0 h 6858000"/>
              <a:gd name="connsiteX2" fmla="*/ 10682011 w 12193200"/>
              <a:gd name="connsiteY2" fmla="*/ 781200 h 6858000"/>
              <a:gd name="connsiteX3" fmla="*/ 11862813 w 12193200"/>
              <a:gd name="connsiteY3" fmla="*/ 781200 h 6858000"/>
              <a:gd name="connsiteX4" fmla="*/ 11862813 w 12193200"/>
              <a:gd name="connsiteY4" fmla="*/ 0 h 6858000"/>
              <a:gd name="connsiteX5" fmla="*/ 12193200 w 12193200"/>
              <a:gd name="connsiteY5" fmla="*/ 0 h 6858000"/>
              <a:gd name="connsiteX6" fmla="*/ 12193200 w 12193200"/>
              <a:gd name="connsiteY6" fmla="*/ 6858000 h 6858000"/>
              <a:gd name="connsiteX7" fmla="*/ 0 w 121932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3200" h="6858000">
                <a:moveTo>
                  <a:pt x="0" y="0"/>
                </a:moveTo>
                <a:lnTo>
                  <a:pt x="10682011" y="0"/>
                </a:lnTo>
                <a:lnTo>
                  <a:pt x="10682011" y="781200"/>
                </a:lnTo>
                <a:lnTo>
                  <a:pt x="11862813" y="781200"/>
                </a:lnTo>
                <a:lnTo>
                  <a:pt x="11862813" y="0"/>
                </a:lnTo>
                <a:lnTo>
                  <a:pt x="12193200" y="0"/>
                </a:lnTo>
                <a:lnTo>
                  <a:pt x="12193200" y="6858000"/>
                </a:lnTo>
                <a:lnTo>
                  <a:pt x="0" y="6858000"/>
                </a:lnTo>
                <a:close/>
              </a:path>
            </a:pathLst>
          </a:custGeom>
          <a:blipFill>
            <a:blip r:embed="rId2"/>
            <a:stretch>
              <a:fillRect/>
            </a:stretch>
          </a:blipFill>
          <a:ln>
            <a:noFill/>
          </a:ln>
        </p:spPr>
        <p:txBody>
          <a:bodyPr vert="horz" wrap="square" lIns="144000" tIns="144000" rIns="144000" bIns="144000" rtlCol="0" anchor="ctr">
            <a:noAutofit/>
          </a:bodyPr>
          <a:lstStyle>
            <a:lvl1pPr algn="ctr">
              <a:buFontTx/>
              <a:buNone/>
              <a:defRPr lang="de-DE" sz="1600">
                <a:noFill/>
              </a:defRPr>
            </a:lvl1pPr>
          </a:lstStyle>
          <a:p>
            <a:pPr marL="324000" lvl="0" indent="-324000" algn="ctr"/>
            <a:r>
              <a:rPr lang="en-US" noProof="0"/>
              <a:t> Picture</a:t>
            </a:r>
          </a:p>
        </p:txBody>
      </p:sp>
      <p:sp>
        <p:nvSpPr>
          <p:cNvPr id="7" name="Textplatzhalter 4">
            <a:extLst>
              <a:ext uri="{FF2B5EF4-FFF2-40B4-BE49-F238E27FC236}">
                <a16:creationId xmlns:a16="http://schemas.microsoft.com/office/drawing/2014/main" id="{6EF47AEF-7A9C-436E-8D42-4CFB40497498}"/>
              </a:ext>
            </a:extLst>
          </p:cNvPr>
          <p:cNvSpPr>
            <a:spLocks noGrp="1" noChangeAspect="1"/>
          </p:cNvSpPr>
          <p:nvPr>
            <p:ph type="body" sz="quarter" idx="20" hasCustomPrompt="1"/>
          </p:nvPr>
        </p:nvSpPr>
        <p:spPr bwMode="gray">
          <a:xfrm>
            <a:off x="0" y="4626000"/>
            <a:ext cx="7020000" cy="1908000"/>
          </a:xfrm>
          <a:solidFill>
            <a:schemeClr val="accent1">
              <a:alpha val="92000"/>
            </a:schemeClr>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lvl1pPr>
              <a:buNone/>
              <a:defRPr lang="de-DE" dirty="0" smtClean="0">
                <a:solidFill>
                  <a:schemeClr val="tx2"/>
                </a:solidFill>
              </a:defRPr>
            </a:lvl1pPr>
            <a:lvl2pPr>
              <a:defRPr lang="de-DE" sz="1800" dirty="0" smtClean="0">
                <a:solidFill>
                  <a:schemeClr val="lt1"/>
                </a:solidFill>
              </a:defRPr>
            </a:lvl2pPr>
            <a:lvl3pPr>
              <a:defRPr lang="de-DE" sz="1800" dirty="0" smtClean="0">
                <a:solidFill>
                  <a:schemeClr val="lt1"/>
                </a:solidFill>
              </a:defRPr>
            </a:lvl3pPr>
            <a:lvl4pPr>
              <a:defRPr lang="de-DE" sz="1800" dirty="0" smtClean="0">
                <a:solidFill>
                  <a:schemeClr val="lt1"/>
                </a:solidFill>
              </a:defRPr>
            </a:lvl4pPr>
            <a:lvl5pPr>
              <a:defRPr lang="de-DE" sz="1800" dirty="0">
                <a:solidFill>
                  <a:schemeClr val="lt1"/>
                </a:solidFill>
              </a:defRPr>
            </a:lvl5pPr>
          </a:lstStyle>
          <a:p>
            <a:pPr marL="285750" lvl="0" indent="-285750" algn="ctr">
              <a:spcAft>
                <a:spcPts val="1000"/>
              </a:spcAft>
              <a:buSzPct val="95000"/>
            </a:pPr>
            <a:r>
              <a:rPr lang="en-US" noProof="0"/>
              <a:t> </a:t>
            </a:r>
          </a:p>
        </p:txBody>
      </p:sp>
      <p:sp>
        <p:nvSpPr>
          <p:cNvPr id="8" name="Textplatzhalter 4">
            <a:extLst>
              <a:ext uri="{FF2B5EF4-FFF2-40B4-BE49-F238E27FC236}">
                <a16:creationId xmlns:a16="http://schemas.microsoft.com/office/drawing/2014/main" id="{C6021EE7-7083-4273-83F2-E0E61F4E6955}"/>
              </a:ext>
            </a:extLst>
          </p:cNvPr>
          <p:cNvSpPr>
            <a:spLocks noGrp="1" noChangeAspect="1"/>
          </p:cNvSpPr>
          <p:nvPr>
            <p:ph type="body" sz="quarter" idx="21" hasCustomPrompt="1"/>
          </p:nvPr>
        </p:nvSpPr>
        <p:spPr bwMode="gray">
          <a:xfrm>
            <a:off x="334800" y="6476400"/>
            <a:ext cx="6685200" cy="57600"/>
          </a:xfrm>
          <a:solidFill>
            <a:schemeClr val="accent3">
              <a:alpha val="92000"/>
            </a:schemeClr>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lvl1pPr>
              <a:buNone/>
              <a:defRPr lang="de-DE" dirty="0" smtClean="0">
                <a:solidFill>
                  <a:schemeClr val="tx2"/>
                </a:solidFill>
              </a:defRPr>
            </a:lvl1pPr>
            <a:lvl2pPr>
              <a:defRPr lang="de-DE" sz="1800" dirty="0" smtClean="0">
                <a:solidFill>
                  <a:schemeClr val="lt1"/>
                </a:solidFill>
              </a:defRPr>
            </a:lvl2pPr>
            <a:lvl3pPr>
              <a:defRPr lang="de-DE" sz="1800" dirty="0" smtClean="0">
                <a:solidFill>
                  <a:schemeClr val="lt1"/>
                </a:solidFill>
              </a:defRPr>
            </a:lvl3pPr>
            <a:lvl4pPr>
              <a:defRPr lang="de-DE" sz="1800" dirty="0" smtClean="0">
                <a:solidFill>
                  <a:schemeClr val="lt1"/>
                </a:solidFill>
              </a:defRPr>
            </a:lvl4pPr>
            <a:lvl5pPr>
              <a:defRPr lang="de-DE" sz="1800" dirty="0">
                <a:solidFill>
                  <a:schemeClr val="lt1"/>
                </a:solidFill>
              </a:defRPr>
            </a:lvl5pPr>
          </a:lstStyle>
          <a:p>
            <a:pPr marL="285750" lvl="0" indent="-285750" algn="ctr">
              <a:spcAft>
                <a:spcPts val="1000"/>
              </a:spcAft>
              <a:buSzPct val="95000"/>
            </a:pPr>
            <a:r>
              <a:rPr lang="en-US" noProof="0"/>
              <a:t> </a:t>
            </a:r>
          </a:p>
        </p:txBody>
      </p:sp>
      <p:sp>
        <p:nvSpPr>
          <p:cNvPr id="9" name="Textplatzhalter 37">
            <a:extLst>
              <a:ext uri="{FF2B5EF4-FFF2-40B4-BE49-F238E27FC236}">
                <a16:creationId xmlns:a16="http://schemas.microsoft.com/office/drawing/2014/main" id="{C182E9E0-C2E5-49CA-A8D0-6DE19B82C039}"/>
              </a:ext>
            </a:extLst>
          </p:cNvPr>
          <p:cNvSpPr>
            <a:spLocks noGrp="1"/>
          </p:cNvSpPr>
          <p:nvPr>
            <p:ph type="body" sz="quarter" idx="11" hasCustomPrompt="1"/>
          </p:nvPr>
        </p:nvSpPr>
        <p:spPr bwMode="gray">
          <a:xfrm>
            <a:off x="334800" y="5097600"/>
            <a:ext cx="6685200" cy="612000"/>
          </a:xfrm>
          <a:noFill/>
        </p:spPr>
        <p:txBody>
          <a:bodyPr lIns="0" tIns="0" rIns="324000" anchor="ctr"/>
          <a:lstStyle>
            <a:lvl1pPr marL="0" indent="0">
              <a:buNone/>
              <a:defRPr sz="4000">
                <a:solidFill>
                  <a:schemeClr val="bg1"/>
                </a:solidFill>
              </a:defRPr>
            </a:lvl1pPr>
          </a:lstStyle>
          <a:p>
            <a:pPr lvl="0"/>
            <a:r>
              <a:rPr lang="en-US" noProof="0"/>
              <a:t>Chapter</a:t>
            </a:r>
          </a:p>
        </p:txBody>
      </p:sp>
      <p:sp>
        <p:nvSpPr>
          <p:cNvPr id="10" name="Textplatzhalter 37">
            <a:extLst>
              <a:ext uri="{FF2B5EF4-FFF2-40B4-BE49-F238E27FC236}">
                <a16:creationId xmlns:a16="http://schemas.microsoft.com/office/drawing/2014/main" id="{D8821F6F-FE1A-4DE6-9B52-DDA5D0E928E0}"/>
              </a:ext>
            </a:extLst>
          </p:cNvPr>
          <p:cNvSpPr>
            <a:spLocks noGrp="1"/>
          </p:cNvSpPr>
          <p:nvPr>
            <p:ph type="body" sz="quarter" idx="12" hasCustomPrompt="1"/>
          </p:nvPr>
        </p:nvSpPr>
        <p:spPr bwMode="gray">
          <a:xfrm>
            <a:off x="334800" y="5799600"/>
            <a:ext cx="6685200" cy="637575"/>
          </a:xfrm>
          <a:noFill/>
        </p:spPr>
        <p:txBody>
          <a:bodyPr lIns="0" tIns="0" rIns="324000" bIns="0"/>
          <a:lstStyle>
            <a:lvl1pPr marL="0" indent="0">
              <a:buNone/>
              <a:defRPr sz="1800">
                <a:solidFill>
                  <a:schemeClr val="bg1"/>
                </a:solidFill>
              </a:defRPr>
            </a:lvl1pPr>
          </a:lstStyle>
          <a:p>
            <a:pPr lvl="0"/>
            <a:r>
              <a:rPr lang="en-US" noProof="0"/>
              <a:t>Enter your subtitle here</a:t>
            </a:r>
          </a:p>
        </p:txBody>
      </p:sp>
    </p:spTree>
    <p:extLst>
      <p:ext uri="{BB962C8B-B14F-4D97-AF65-F5344CB8AC3E}">
        <p14:creationId xmlns:p14="http://schemas.microsoft.com/office/powerpoint/2010/main" val="28422421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HAPTER European Logistics">
    <p:spTree>
      <p:nvGrpSpPr>
        <p:cNvPr id="1" name=""/>
        <p:cNvGrpSpPr/>
        <p:nvPr/>
      </p:nvGrpSpPr>
      <p:grpSpPr>
        <a:xfrm>
          <a:off x="0" y="0"/>
          <a:ext cx="0" cy="0"/>
          <a:chOff x="0" y="0"/>
          <a:chExt cx="0" cy="0"/>
        </a:xfrm>
      </p:grpSpPr>
      <p:sp>
        <p:nvSpPr>
          <p:cNvPr id="109" name="Bildplatzhalter 108">
            <a:extLst>
              <a:ext uri="{FF2B5EF4-FFF2-40B4-BE49-F238E27FC236}">
                <a16:creationId xmlns:a16="http://schemas.microsoft.com/office/drawing/2014/main" id="{3BECA79D-9B9D-434B-95A3-2C40BFC17BF4}"/>
              </a:ext>
            </a:extLst>
          </p:cNvPr>
          <p:cNvSpPr>
            <a:spLocks noGrp="1" noChangeAspect="1"/>
          </p:cNvSpPr>
          <p:nvPr>
            <p:ph type="pic" sz="quarter" idx="19" hasCustomPrompt="1"/>
          </p:nvPr>
        </p:nvSpPr>
        <p:spPr bwMode="gray">
          <a:xfrm>
            <a:off x="0" y="0"/>
            <a:ext cx="12193200" cy="6858000"/>
          </a:xfrm>
          <a:custGeom>
            <a:avLst/>
            <a:gdLst>
              <a:gd name="connsiteX0" fmla="*/ 0 w 12193200"/>
              <a:gd name="connsiteY0" fmla="*/ 0 h 6858000"/>
              <a:gd name="connsiteX1" fmla="*/ 10682011 w 12193200"/>
              <a:gd name="connsiteY1" fmla="*/ 0 h 6858000"/>
              <a:gd name="connsiteX2" fmla="*/ 10682011 w 12193200"/>
              <a:gd name="connsiteY2" fmla="*/ 781200 h 6858000"/>
              <a:gd name="connsiteX3" fmla="*/ 11862813 w 12193200"/>
              <a:gd name="connsiteY3" fmla="*/ 781200 h 6858000"/>
              <a:gd name="connsiteX4" fmla="*/ 11862813 w 12193200"/>
              <a:gd name="connsiteY4" fmla="*/ 0 h 6858000"/>
              <a:gd name="connsiteX5" fmla="*/ 12193200 w 12193200"/>
              <a:gd name="connsiteY5" fmla="*/ 0 h 6858000"/>
              <a:gd name="connsiteX6" fmla="*/ 12193200 w 12193200"/>
              <a:gd name="connsiteY6" fmla="*/ 6858000 h 6858000"/>
              <a:gd name="connsiteX7" fmla="*/ 0 w 121932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3200" h="6858000">
                <a:moveTo>
                  <a:pt x="0" y="0"/>
                </a:moveTo>
                <a:lnTo>
                  <a:pt x="10682011" y="0"/>
                </a:lnTo>
                <a:lnTo>
                  <a:pt x="10682011" y="781200"/>
                </a:lnTo>
                <a:lnTo>
                  <a:pt x="11862813" y="781200"/>
                </a:lnTo>
                <a:lnTo>
                  <a:pt x="11862813" y="0"/>
                </a:lnTo>
                <a:lnTo>
                  <a:pt x="12193200" y="0"/>
                </a:lnTo>
                <a:lnTo>
                  <a:pt x="12193200" y="6858000"/>
                </a:lnTo>
                <a:lnTo>
                  <a:pt x="0" y="6858000"/>
                </a:lnTo>
                <a:close/>
              </a:path>
            </a:pathLst>
          </a:custGeom>
          <a:blipFill>
            <a:blip r:embed="rId2"/>
            <a:stretch>
              <a:fillRect/>
            </a:stretch>
          </a:blipFill>
          <a:ln>
            <a:noFill/>
          </a:ln>
        </p:spPr>
        <p:txBody>
          <a:bodyPr vert="horz" wrap="square" lIns="144000" tIns="144000" rIns="144000" bIns="144000" rtlCol="0" anchor="ctr">
            <a:noAutofit/>
          </a:bodyPr>
          <a:lstStyle>
            <a:lvl1pPr algn="ctr">
              <a:buFontTx/>
              <a:buNone/>
              <a:defRPr lang="de-DE" sz="1600">
                <a:noFill/>
              </a:defRPr>
            </a:lvl1pPr>
          </a:lstStyle>
          <a:p>
            <a:pPr marL="324000" lvl="0" indent="-324000" algn="ctr"/>
            <a:r>
              <a:rPr lang="en-US" noProof="0"/>
              <a:t> Picture</a:t>
            </a:r>
          </a:p>
        </p:txBody>
      </p:sp>
      <p:sp>
        <p:nvSpPr>
          <p:cNvPr id="7" name="Textplatzhalter 4">
            <a:extLst>
              <a:ext uri="{FF2B5EF4-FFF2-40B4-BE49-F238E27FC236}">
                <a16:creationId xmlns:a16="http://schemas.microsoft.com/office/drawing/2014/main" id="{E0AFF1CA-1D3E-45F2-B3F6-0715196931F0}"/>
              </a:ext>
            </a:extLst>
          </p:cNvPr>
          <p:cNvSpPr>
            <a:spLocks noGrp="1" noChangeAspect="1"/>
          </p:cNvSpPr>
          <p:nvPr>
            <p:ph type="body" sz="quarter" idx="20" hasCustomPrompt="1"/>
          </p:nvPr>
        </p:nvSpPr>
        <p:spPr bwMode="gray">
          <a:xfrm>
            <a:off x="0" y="4626000"/>
            <a:ext cx="7020000" cy="1908000"/>
          </a:xfrm>
          <a:solidFill>
            <a:schemeClr val="accent1">
              <a:alpha val="92000"/>
            </a:schemeClr>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lvl1pPr>
              <a:buNone/>
              <a:defRPr lang="de-DE" dirty="0" smtClean="0">
                <a:solidFill>
                  <a:schemeClr val="tx2"/>
                </a:solidFill>
              </a:defRPr>
            </a:lvl1pPr>
            <a:lvl2pPr>
              <a:defRPr lang="de-DE" sz="1800" dirty="0" smtClean="0">
                <a:solidFill>
                  <a:schemeClr val="lt1"/>
                </a:solidFill>
              </a:defRPr>
            </a:lvl2pPr>
            <a:lvl3pPr>
              <a:defRPr lang="de-DE" sz="1800" dirty="0" smtClean="0">
                <a:solidFill>
                  <a:schemeClr val="lt1"/>
                </a:solidFill>
              </a:defRPr>
            </a:lvl3pPr>
            <a:lvl4pPr>
              <a:defRPr lang="de-DE" sz="1800" dirty="0" smtClean="0">
                <a:solidFill>
                  <a:schemeClr val="lt1"/>
                </a:solidFill>
              </a:defRPr>
            </a:lvl4pPr>
            <a:lvl5pPr>
              <a:defRPr lang="de-DE" sz="1800" dirty="0">
                <a:solidFill>
                  <a:schemeClr val="lt1"/>
                </a:solidFill>
              </a:defRPr>
            </a:lvl5pPr>
          </a:lstStyle>
          <a:p>
            <a:pPr marL="285750" lvl="0" indent="-285750" algn="ctr">
              <a:spcAft>
                <a:spcPts val="1000"/>
              </a:spcAft>
              <a:buSzPct val="95000"/>
            </a:pPr>
            <a:r>
              <a:rPr lang="en-US" noProof="0"/>
              <a:t> </a:t>
            </a:r>
          </a:p>
        </p:txBody>
      </p:sp>
      <p:sp>
        <p:nvSpPr>
          <p:cNvPr id="8" name="Textplatzhalter 4">
            <a:extLst>
              <a:ext uri="{FF2B5EF4-FFF2-40B4-BE49-F238E27FC236}">
                <a16:creationId xmlns:a16="http://schemas.microsoft.com/office/drawing/2014/main" id="{3A90A5D8-45BE-45F8-9B02-F44CBA51030E}"/>
              </a:ext>
            </a:extLst>
          </p:cNvPr>
          <p:cNvSpPr>
            <a:spLocks noGrp="1" noChangeAspect="1"/>
          </p:cNvSpPr>
          <p:nvPr>
            <p:ph type="body" sz="quarter" idx="21" hasCustomPrompt="1"/>
          </p:nvPr>
        </p:nvSpPr>
        <p:spPr bwMode="gray">
          <a:xfrm>
            <a:off x="334800" y="6476400"/>
            <a:ext cx="6685200" cy="57600"/>
          </a:xfrm>
          <a:solidFill>
            <a:schemeClr val="accent3">
              <a:alpha val="92000"/>
            </a:schemeClr>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lvl1pPr>
              <a:buNone/>
              <a:defRPr lang="de-DE" dirty="0" smtClean="0">
                <a:solidFill>
                  <a:schemeClr val="tx2"/>
                </a:solidFill>
              </a:defRPr>
            </a:lvl1pPr>
            <a:lvl2pPr>
              <a:defRPr lang="de-DE" sz="1800" dirty="0" smtClean="0">
                <a:solidFill>
                  <a:schemeClr val="lt1"/>
                </a:solidFill>
              </a:defRPr>
            </a:lvl2pPr>
            <a:lvl3pPr>
              <a:defRPr lang="de-DE" sz="1800" dirty="0" smtClean="0">
                <a:solidFill>
                  <a:schemeClr val="lt1"/>
                </a:solidFill>
              </a:defRPr>
            </a:lvl3pPr>
            <a:lvl4pPr>
              <a:defRPr lang="de-DE" sz="1800" dirty="0" smtClean="0">
                <a:solidFill>
                  <a:schemeClr val="lt1"/>
                </a:solidFill>
              </a:defRPr>
            </a:lvl4pPr>
            <a:lvl5pPr>
              <a:defRPr lang="de-DE" sz="1800" dirty="0">
                <a:solidFill>
                  <a:schemeClr val="lt1"/>
                </a:solidFill>
              </a:defRPr>
            </a:lvl5pPr>
          </a:lstStyle>
          <a:p>
            <a:pPr marL="285750" lvl="0" indent="-285750" algn="ctr">
              <a:spcAft>
                <a:spcPts val="1000"/>
              </a:spcAft>
              <a:buSzPct val="95000"/>
            </a:pPr>
            <a:r>
              <a:rPr lang="en-US" noProof="0"/>
              <a:t> </a:t>
            </a:r>
          </a:p>
        </p:txBody>
      </p:sp>
      <p:sp>
        <p:nvSpPr>
          <p:cNvPr id="9" name="Textplatzhalter 37">
            <a:extLst>
              <a:ext uri="{FF2B5EF4-FFF2-40B4-BE49-F238E27FC236}">
                <a16:creationId xmlns:a16="http://schemas.microsoft.com/office/drawing/2014/main" id="{725E9F10-15A5-4EC8-B38F-25A732B0379D}"/>
              </a:ext>
            </a:extLst>
          </p:cNvPr>
          <p:cNvSpPr>
            <a:spLocks noGrp="1"/>
          </p:cNvSpPr>
          <p:nvPr>
            <p:ph type="body" sz="quarter" idx="11" hasCustomPrompt="1"/>
          </p:nvPr>
        </p:nvSpPr>
        <p:spPr bwMode="gray">
          <a:xfrm>
            <a:off x="334800" y="5097600"/>
            <a:ext cx="6685200" cy="612000"/>
          </a:xfrm>
          <a:noFill/>
        </p:spPr>
        <p:txBody>
          <a:bodyPr lIns="0" tIns="0" rIns="324000" anchor="ctr"/>
          <a:lstStyle>
            <a:lvl1pPr marL="0" indent="0">
              <a:buNone/>
              <a:defRPr sz="4000">
                <a:solidFill>
                  <a:schemeClr val="bg1"/>
                </a:solidFill>
              </a:defRPr>
            </a:lvl1pPr>
          </a:lstStyle>
          <a:p>
            <a:pPr lvl="0"/>
            <a:r>
              <a:rPr lang="en-US" noProof="0"/>
              <a:t>Chapter</a:t>
            </a:r>
          </a:p>
        </p:txBody>
      </p:sp>
      <p:sp>
        <p:nvSpPr>
          <p:cNvPr id="10" name="Textplatzhalter 37">
            <a:extLst>
              <a:ext uri="{FF2B5EF4-FFF2-40B4-BE49-F238E27FC236}">
                <a16:creationId xmlns:a16="http://schemas.microsoft.com/office/drawing/2014/main" id="{5E67E8A6-1002-4863-A200-AC48D49C4776}"/>
              </a:ext>
            </a:extLst>
          </p:cNvPr>
          <p:cNvSpPr>
            <a:spLocks noGrp="1"/>
          </p:cNvSpPr>
          <p:nvPr>
            <p:ph type="body" sz="quarter" idx="12" hasCustomPrompt="1"/>
          </p:nvPr>
        </p:nvSpPr>
        <p:spPr bwMode="gray">
          <a:xfrm>
            <a:off x="334800" y="5799600"/>
            <a:ext cx="6685200" cy="637575"/>
          </a:xfrm>
          <a:noFill/>
        </p:spPr>
        <p:txBody>
          <a:bodyPr lIns="0" tIns="0" rIns="324000" bIns="0"/>
          <a:lstStyle>
            <a:lvl1pPr marL="0" indent="0">
              <a:buNone/>
              <a:defRPr sz="1800">
                <a:solidFill>
                  <a:schemeClr val="bg1"/>
                </a:solidFill>
              </a:defRPr>
            </a:lvl1pPr>
          </a:lstStyle>
          <a:p>
            <a:pPr lvl="0"/>
            <a:r>
              <a:rPr lang="en-US" noProof="0"/>
              <a:t>Enter your subtitle here</a:t>
            </a:r>
          </a:p>
        </p:txBody>
      </p:sp>
    </p:spTree>
    <p:extLst>
      <p:ext uri="{BB962C8B-B14F-4D97-AF65-F5344CB8AC3E}">
        <p14:creationId xmlns:p14="http://schemas.microsoft.com/office/powerpoint/2010/main" val="12491395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HAPTER Food Logistics">
    <p:spTree>
      <p:nvGrpSpPr>
        <p:cNvPr id="1" name=""/>
        <p:cNvGrpSpPr/>
        <p:nvPr/>
      </p:nvGrpSpPr>
      <p:grpSpPr>
        <a:xfrm>
          <a:off x="0" y="0"/>
          <a:ext cx="0" cy="0"/>
          <a:chOff x="0" y="0"/>
          <a:chExt cx="0" cy="0"/>
        </a:xfrm>
      </p:grpSpPr>
      <p:sp>
        <p:nvSpPr>
          <p:cNvPr id="109" name="Bildplatzhalter 108">
            <a:extLst>
              <a:ext uri="{FF2B5EF4-FFF2-40B4-BE49-F238E27FC236}">
                <a16:creationId xmlns:a16="http://schemas.microsoft.com/office/drawing/2014/main" id="{3BECA79D-9B9D-434B-95A3-2C40BFC17BF4}"/>
              </a:ext>
            </a:extLst>
          </p:cNvPr>
          <p:cNvSpPr>
            <a:spLocks noGrp="1" noChangeAspect="1"/>
          </p:cNvSpPr>
          <p:nvPr>
            <p:ph type="pic" sz="quarter" idx="19" hasCustomPrompt="1"/>
          </p:nvPr>
        </p:nvSpPr>
        <p:spPr bwMode="gray">
          <a:xfrm>
            <a:off x="0" y="0"/>
            <a:ext cx="12193200" cy="6858000"/>
          </a:xfrm>
          <a:custGeom>
            <a:avLst/>
            <a:gdLst>
              <a:gd name="connsiteX0" fmla="*/ 0 w 12193200"/>
              <a:gd name="connsiteY0" fmla="*/ 0 h 6858000"/>
              <a:gd name="connsiteX1" fmla="*/ 10682011 w 12193200"/>
              <a:gd name="connsiteY1" fmla="*/ 0 h 6858000"/>
              <a:gd name="connsiteX2" fmla="*/ 10682011 w 12193200"/>
              <a:gd name="connsiteY2" fmla="*/ 781200 h 6858000"/>
              <a:gd name="connsiteX3" fmla="*/ 11862813 w 12193200"/>
              <a:gd name="connsiteY3" fmla="*/ 781200 h 6858000"/>
              <a:gd name="connsiteX4" fmla="*/ 11862813 w 12193200"/>
              <a:gd name="connsiteY4" fmla="*/ 0 h 6858000"/>
              <a:gd name="connsiteX5" fmla="*/ 12193200 w 12193200"/>
              <a:gd name="connsiteY5" fmla="*/ 0 h 6858000"/>
              <a:gd name="connsiteX6" fmla="*/ 12193200 w 12193200"/>
              <a:gd name="connsiteY6" fmla="*/ 6858000 h 6858000"/>
              <a:gd name="connsiteX7" fmla="*/ 0 w 121932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3200" h="6858000">
                <a:moveTo>
                  <a:pt x="0" y="0"/>
                </a:moveTo>
                <a:lnTo>
                  <a:pt x="10682011" y="0"/>
                </a:lnTo>
                <a:lnTo>
                  <a:pt x="10682011" y="781200"/>
                </a:lnTo>
                <a:lnTo>
                  <a:pt x="11862813" y="781200"/>
                </a:lnTo>
                <a:lnTo>
                  <a:pt x="11862813" y="0"/>
                </a:lnTo>
                <a:lnTo>
                  <a:pt x="12193200" y="0"/>
                </a:lnTo>
                <a:lnTo>
                  <a:pt x="12193200" y="6858000"/>
                </a:lnTo>
                <a:lnTo>
                  <a:pt x="0" y="6858000"/>
                </a:lnTo>
                <a:close/>
              </a:path>
            </a:pathLst>
          </a:custGeom>
          <a:blipFill>
            <a:blip r:embed="rId2"/>
            <a:stretch>
              <a:fillRect/>
            </a:stretch>
          </a:blipFill>
          <a:ln>
            <a:noFill/>
          </a:ln>
        </p:spPr>
        <p:txBody>
          <a:bodyPr vert="horz" wrap="square" lIns="144000" tIns="144000" rIns="144000" bIns="144000" rtlCol="0" anchor="ctr">
            <a:noAutofit/>
          </a:bodyPr>
          <a:lstStyle>
            <a:lvl1pPr algn="ctr">
              <a:buFontTx/>
              <a:buNone/>
              <a:defRPr lang="de-DE" sz="1600">
                <a:noFill/>
              </a:defRPr>
            </a:lvl1pPr>
          </a:lstStyle>
          <a:p>
            <a:pPr marL="324000" lvl="0" indent="-324000" algn="ctr"/>
            <a:r>
              <a:rPr lang="en-US" noProof="0"/>
              <a:t> Picture</a:t>
            </a:r>
          </a:p>
        </p:txBody>
      </p:sp>
      <p:sp>
        <p:nvSpPr>
          <p:cNvPr id="7" name="Textplatzhalter 4">
            <a:extLst>
              <a:ext uri="{FF2B5EF4-FFF2-40B4-BE49-F238E27FC236}">
                <a16:creationId xmlns:a16="http://schemas.microsoft.com/office/drawing/2014/main" id="{CFD82381-5527-4966-81E9-DAC33DAFA7F0}"/>
              </a:ext>
            </a:extLst>
          </p:cNvPr>
          <p:cNvSpPr>
            <a:spLocks noGrp="1" noChangeAspect="1"/>
          </p:cNvSpPr>
          <p:nvPr>
            <p:ph type="body" sz="quarter" idx="20" hasCustomPrompt="1"/>
          </p:nvPr>
        </p:nvSpPr>
        <p:spPr bwMode="gray">
          <a:xfrm>
            <a:off x="0" y="4626000"/>
            <a:ext cx="7020000" cy="1908000"/>
          </a:xfrm>
          <a:solidFill>
            <a:schemeClr val="accent1">
              <a:alpha val="92000"/>
            </a:schemeClr>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lvl1pPr>
              <a:buNone/>
              <a:defRPr lang="de-DE" dirty="0" smtClean="0">
                <a:solidFill>
                  <a:schemeClr val="tx2"/>
                </a:solidFill>
              </a:defRPr>
            </a:lvl1pPr>
            <a:lvl2pPr>
              <a:defRPr lang="de-DE" sz="1800" dirty="0" smtClean="0">
                <a:solidFill>
                  <a:schemeClr val="lt1"/>
                </a:solidFill>
              </a:defRPr>
            </a:lvl2pPr>
            <a:lvl3pPr>
              <a:defRPr lang="de-DE" sz="1800" dirty="0" smtClean="0">
                <a:solidFill>
                  <a:schemeClr val="lt1"/>
                </a:solidFill>
              </a:defRPr>
            </a:lvl3pPr>
            <a:lvl4pPr>
              <a:defRPr lang="de-DE" sz="1800" dirty="0" smtClean="0">
                <a:solidFill>
                  <a:schemeClr val="lt1"/>
                </a:solidFill>
              </a:defRPr>
            </a:lvl4pPr>
            <a:lvl5pPr>
              <a:defRPr lang="de-DE" sz="1800" dirty="0">
                <a:solidFill>
                  <a:schemeClr val="lt1"/>
                </a:solidFill>
              </a:defRPr>
            </a:lvl5pPr>
          </a:lstStyle>
          <a:p>
            <a:pPr marL="285750" lvl="0" indent="-285750" algn="ctr">
              <a:spcAft>
                <a:spcPts val="1000"/>
              </a:spcAft>
              <a:buSzPct val="95000"/>
            </a:pPr>
            <a:r>
              <a:rPr lang="en-US" noProof="0"/>
              <a:t> </a:t>
            </a:r>
          </a:p>
        </p:txBody>
      </p:sp>
      <p:sp>
        <p:nvSpPr>
          <p:cNvPr id="8" name="Textplatzhalter 4">
            <a:extLst>
              <a:ext uri="{FF2B5EF4-FFF2-40B4-BE49-F238E27FC236}">
                <a16:creationId xmlns:a16="http://schemas.microsoft.com/office/drawing/2014/main" id="{8762623A-E570-47D2-8312-08702D725D16}"/>
              </a:ext>
            </a:extLst>
          </p:cNvPr>
          <p:cNvSpPr>
            <a:spLocks noGrp="1" noChangeAspect="1"/>
          </p:cNvSpPr>
          <p:nvPr>
            <p:ph type="body" sz="quarter" idx="21" hasCustomPrompt="1"/>
          </p:nvPr>
        </p:nvSpPr>
        <p:spPr bwMode="gray">
          <a:xfrm>
            <a:off x="334800" y="6476400"/>
            <a:ext cx="6685200" cy="57600"/>
          </a:xfrm>
          <a:solidFill>
            <a:schemeClr val="accent3">
              <a:alpha val="92000"/>
            </a:schemeClr>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lvl1pPr>
              <a:buNone/>
              <a:defRPr lang="de-DE" dirty="0" smtClean="0">
                <a:solidFill>
                  <a:schemeClr val="tx2"/>
                </a:solidFill>
              </a:defRPr>
            </a:lvl1pPr>
            <a:lvl2pPr>
              <a:defRPr lang="de-DE" sz="1800" dirty="0" smtClean="0">
                <a:solidFill>
                  <a:schemeClr val="lt1"/>
                </a:solidFill>
              </a:defRPr>
            </a:lvl2pPr>
            <a:lvl3pPr>
              <a:defRPr lang="de-DE" sz="1800" dirty="0" smtClean="0">
                <a:solidFill>
                  <a:schemeClr val="lt1"/>
                </a:solidFill>
              </a:defRPr>
            </a:lvl3pPr>
            <a:lvl4pPr>
              <a:defRPr lang="de-DE" sz="1800" dirty="0" smtClean="0">
                <a:solidFill>
                  <a:schemeClr val="lt1"/>
                </a:solidFill>
              </a:defRPr>
            </a:lvl4pPr>
            <a:lvl5pPr>
              <a:defRPr lang="de-DE" sz="1800" dirty="0">
                <a:solidFill>
                  <a:schemeClr val="lt1"/>
                </a:solidFill>
              </a:defRPr>
            </a:lvl5pPr>
          </a:lstStyle>
          <a:p>
            <a:pPr marL="285750" lvl="0" indent="-285750" algn="ctr">
              <a:spcAft>
                <a:spcPts val="1000"/>
              </a:spcAft>
              <a:buSzPct val="95000"/>
            </a:pPr>
            <a:r>
              <a:rPr lang="en-US" noProof="0"/>
              <a:t> </a:t>
            </a:r>
          </a:p>
        </p:txBody>
      </p:sp>
      <p:sp>
        <p:nvSpPr>
          <p:cNvPr id="9" name="Textplatzhalter 37">
            <a:extLst>
              <a:ext uri="{FF2B5EF4-FFF2-40B4-BE49-F238E27FC236}">
                <a16:creationId xmlns:a16="http://schemas.microsoft.com/office/drawing/2014/main" id="{32C0B16A-2954-4A7F-A3AA-53B3FFAA77C6}"/>
              </a:ext>
            </a:extLst>
          </p:cNvPr>
          <p:cNvSpPr>
            <a:spLocks noGrp="1"/>
          </p:cNvSpPr>
          <p:nvPr>
            <p:ph type="body" sz="quarter" idx="11" hasCustomPrompt="1"/>
          </p:nvPr>
        </p:nvSpPr>
        <p:spPr bwMode="gray">
          <a:xfrm>
            <a:off x="334800" y="5097600"/>
            <a:ext cx="6685200" cy="612000"/>
          </a:xfrm>
          <a:noFill/>
        </p:spPr>
        <p:txBody>
          <a:bodyPr lIns="0" tIns="0" rIns="324000" anchor="ctr"/>
          <a:lstStyle>
            <a:lvl1pPr marL="0" indent="0">
              <a:buNone/>
              <a:defRPr sz="4000">
                <a:solidFill>
                  <a:schemeClr val="bg1"/>
                </a:solidFill>
              </a:defRPr>
            </a:lvl1pPr>
          </a:lstStyle>
          <a:p>
            <a:pPr lvl="0"/>
            <a:r>
              <a:rPr lang="en-US" noProof="0"/>
              <a:t>Chapter</a:t>
            </a:r>
          </a:p>
        </p:txBody>
      </p:sp>
      <p:sp>
        <p:nvSpPr>
          <p:cNvPr id="10" name="Textplatzhalter 37">
            <a:extLst>
              <a:ext uri="{FF2B5EF4-FFF2-40B4-BE49-F238E27FC236}">
                <a16:creationId xmlns:a16="http://schemas.microsoft.com/office/drawing/2014/main" id="{EF0288E6-E6AC-46EA-8B65-559E76601A8E}"/>
              </a:ext>
            </a:extLst>
          </p:cNvPr>
          <p:cNvSpPr>
            <a:spLocks noGrp="1"/>
          </p:cNvSpPr>
          <p:nvPr>
            <p:ph type="body" sz="quarter" idx="12" hasCustomPrompt="1"/>
          </p:nvPr>
        </p:nvSpPr>
        <p:spPr bwMode="gray">
          <a:xfrm>
            <a:off x="334800" y="5799600"/>
            <a:ext cx="6685200" cy="637575"/>
          </a:xfrm>
          <a:noFill/>
        </p:spPr>
        <p:txBody>
          <a:bodyPr lIns="0" tIns="0" rIns="324000" bIns="0"/>
          <a:lstStyle>
            <a:lvl1pPr marL="0" indent="0">
              <a:buNone/>
              <a:defRPr sz="1800">
                <a:solidFill>
                  <a:schemeClr val="bg1"/>
                </a:solidFill>
              </a:defRPr>
            </a:lvl1pPr>
          </a:lstStyle>
          <a:p>
            <a:pPr lvl="0"/>
            <a:r>
              <a:rPr lang="en-US" noProof="0"/>
              <a:t>Enter your subtitle here</a:t>
            </a:r>
          </a:p>
        </p:txBody>
      </p:sp>
    </p:spTree>
    <p:extLst>
      <p:ext uri="{BB962C8B-B14F-4D97-AF65-F5344CB8AC3E}">
        <p14:creationId xmlns:p14="http://schemas.microsoft.com/office/powerpoint/2010/main" val="14280903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HAPTER IT">
    <p:spTree>
      <p:nvGrpSpPr>
        <p:cNvPr id="1" name=""/>
        <p:cNvGrpSpPr/>
        <p:nvPr/>
      </p:nvGrpSpPr>
      <p:grpSpPr>
        <a:xfrm>
          <a:off x="0" y="0"/>
          <a:ext cx="0" cy="0"/>
          <a:chOff x="0" y="0"/>
          <a:chExt cx="0" cy="0"/>
        </a:xfrm>
      </p:grpSpPr>
      <p:sp>
        <p:nvSpPr>
          <p:cNvPr id="109" name="Bildplatzhalter 108">
            <a:extLst>
              <a:ext uri="{FF2B5EF4-FFF2-40B4-BE49-F238E27FC236}">
                <a16:creationId xmlns:a16="http://schemas.microsoft.com/office/drawing/2014/main" id="{3BECA79D-9B9D-434B-95A3-2C40BFC17BF4}"/>
              </a:ext>
            </a:extLst>
          </p:cNvPr>
          <p:cNvSpPr>
            <a:spLocks noGrp="1" noChangeAspect="1"/>
          </p:cNvSpPr>
          <p:nvPr>
            <p:ph type="pic" sz="quarter" idx="19" hasCustomPrompt="1"/>
          </p:nvPr>
        </p:nvSpPr>
        <p:spPr bwMode="gray">
          <a:xfrm>
            <a:off x="0" y="0"/>
            <a:ext cx="12193200" cy="6858000"/>
          </a:xfrm>
          <a:custGeom>
            <a:avLst/>
            <a:gdLst>
              <a:gd name="connsiteX0" fmla="*/ 0 w 12193200"/>
              <a:gd name="connsiteY0" fmla="*/ 0 h 6858000"/>
              <a:gd name="connsiteX1" fmla="*/ 10682011 w 12193200"/>
              <a:gd name="connsiteY1" fmla="*/ 0 h 6858000"/>
              <a:gd name="connsiteX2" fmla="*/ 10682011 w 12193200"/>
              <a:gd name="connsiteY2" fmla="*/ 781200 h 6858000"/>
              <a:gd name="connsiteX3" fmla="*/ 11862813 w 12193200"/>
              <a:gd name="connsiteY3" fmla="*/ 781200 h 6858000"/>
              <a:gd name="connsiteX4" fmla="*/ 11862813 w 12193200"/>
              <a:gd name="connsiteY4" fmla="*/ 0 h 6858000"/>
              <a:gd name="connsiteX5" fmla="*/ 12193200 w 12193200"/>
              <a:gd name="connsiteY5" fmla="*/ 0 h 6858000"/>
              <a:gd name="connsiteX6" fmla="*/ 12193200 w 12193200"/>
              <a:gd name="connsiteY6" fmla="*/ 6858000 h 6858000"/>
              <a:gd name="connsiteX7" fmla="*/ 0 w 121932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3200" h="6858000">
                <a:moveTo>
                  <a:pt x="0" y="0"/>
                </a:moveTo>
                <a:lnTo>
                  <a:pt x="10682011" y="0"/>
                </a:lnTo>
                <a:lnTo>
                  <a:pt x="10682011" y="781200"/>
                </a:lnTo>
                <a:lnTo>
                  <a:pt x="11862813" y="781200"/>
                </a:lnTo>
                <a:lnTo>
                  <a:pt x="11862813" y="0"/>
                </a:lnTo>
                <a:lnTo>
                  <a:pt x="12193200" y="0"/>
                </a:lnTo>
                <a:lnTo>
                  <a:pt x="12193200" y="6858000"/>
                </a:lnTo>
                <a:lnTo>
                  <a:pt x="0" y="6858000"/>
                </a:lnTo>
                <a:close/>
              </a:path>
            </a:pathLst>
          </a:custGeom>
          <a:blipFill>
            <a:blip r:embed="rId2"/>
            <a:stretch>
              <a:fillRect/>
            </a:stretch>
          </a:blipFill>
          <a:ln>
            <a:noFill/>
          </a:ln>
        </p:spPr>
        <p:txBody>
          <a:bodyPr vert="horz" wrap="square" lIns="144000" tIns="144000" rIns="144000" bIns="144000" rtlCol="0" anchor="ctr">
            <a:noAutofit/>
          </a:bodyPr>
          <a:lstStyle>
            <a:lvl1pPr algn="ctr">
              <a:buFontTx/>
              <a:buNone/>
              <a:defRPr lang="de-DE" sz="1600">
                <a:noFill/>
              </a:defRPr>
            </a:lvl1pPr>
          </a:lstStyle>
          <a:p>
            <a:pPr marL="324000" lvl="0" indent="-324000" algn="ctr"/>
            <a:r>
              <a:rPr lang="en-US" noProof="0"/>
              <a:t> Picture</a:t>
            </a:r>
          </a:p>
        </p:txBody>
      </p:sp>
      <p:sp>
        <p:nvSpPr>
          <p:cNvPr id="7" name="Textplatzhalter 4">
            <a:extLst>
              <a:ext uri="{FF2B5EF4-FFF2-40B4-BE49-F238E27FC236}">
                <a16:creationId xmlns:a16="http://schemas.microsoft.com/office/drawing/2014/main" id="{05D1DB92-94B0-4A7E-9CC2-D651E1CE0FB4}"/>
              </a:ext>
            </a:extLst>
          </p:cNvPr>
          <p:cNvSpPr>
            <a:spLocks noGrp="1" noChangeAspect="1"/>
          </p:cNvSpPr>
          <p:nvPr>
            <p:ph type="body" sz="quarter" idx="20" hasCustomPrompt="1"/>
          </p:nvPr>
        </p:nvSpPr>
        <p:spPr bwMode="gray">
          <a:xfrm>
            <a:off x="0" y="4626000"/>
            <a:ext cx="7020000" cy="1908000"/>
          </a:xfrm>
          <a:solidFill>
            <a:schemeClr val="accent1">
              <a:alpha val="92000"/>
            </a:schemeClr>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lvl1pPr>
              <a:buNone/>
              <a:defRPr lang="de-DE" dirty="0" smtClean="0">
                <a:solidFill>
                  <a:schemeClr val="tx2"/>
                </a:solidFill>
              </a:defRPr>
            </a:lvl1pPr>
            <a:lvl2pPr>
              <a:defRPr lang="de-DE" sz="1800" dirty="0" smtClean="0">
                <a:solidFill>
                  <a:schemeClr val="lt1"/>
                </a:solidFill>
              </a:defRPr>
            </a:lvl2pPr>
            <a:lvl3pPr>
              <a:defRPr lang="de-DE" sz="1800" dirty="0" smtClean="0">
                <a:solidFill>
                  <a:schemeClr val="lt1"/>
                </a:solidFill>
              </a:defRPr>
            </a:lvl3pPr>
            <a:lvl4pPr>
              <a:defRPr lang="de-DE" sz="1800" dirty="0" smtClean="0">
                <a:solidFill>
                  <a:schemeClr val="lt1"/>
                </a:solidFill>
              </a:defRPr>
            </a:lvl4pPr>
            <a:lvl5pPr>
              <a:defRPr lang="de-DE" sz="1800" dirty="0">
                <a:solidFill>
                  <a:schemeClr val="lt1"/>
                </a:solidFill>
              </a:defRPr>
            </a:lvl5pPr>
          </a:lstStyle>
          <a:p>
            <a:pPr marL="285750" lvl="0" indent="-285750" algn="ctr">
              <a:spcAft>
                <a:spcPts val="1000"/>
              </a:spcAft>
              <a:buSzPct val="95000"/>
            </a:pPr>
            <a:r>
              <a:rPr lang="en-US" noProof="0"/>
              <a:t> </a:t>
            </a:r>
          </a:p>
        </p:txBody>
      </p:sp>
      <p:sp>
        <p:nvSpPr>
          <p:cNvPr id="8" name="Textplatzhalter 4">
            <a:extLst>
              <a:ext uri="{FF2B5EF4-FFF2-40B4-BE49-F238E27FC236}">
                <a16:creationId xmlns:a16="http://schemas.microsoft.com/office/drawing/2014/main" id="{4AD134AE-8E57-4EB2-BFB8-DDA96E80080C}"/>
              </a:ext>
            </a:extLst>
          </p:cNvPr>
          <p:cNvSpPr>
            <a:spLocks noGrp="1" noChangeAspect="1"/>
          </p:cNvSpPr>
          <p:nvPr>
            <p:ph type="body" sz="quarter" idx="21" hasCustomPrompt="1"/>
          </p:nvPr>
        </p:nvSpPr>
        <p:spPr bwMode="gray">
          <a:xfrm>
            <a:off x="334800" y="6476400"/>
            <a:ext cx="6685200" cy="57600"/>
          </a:xfrm>
          <a:solidFill>
            <a:schemeClr val="accent3">
              <a:alpha val="92000"/>
            </a:schemeClr>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lvl1pPr>
              <a:buNone/>
              <a:defRPr lang="de-DE" dirty="0" smtClean="0">
                <a:solidFill>
                  <a:schemeClr val="tx2"/>
                </a:solidFill>
              </a:defRPr>
            </a:lvl1pPr>
            <a:lvl2pPr>
              <a:defRPr lang="de-DE" sz="1800" dirty="0" smtClean="0">
                <a:solidFill>
                  <a:schemeClr val="lt1"/>
                </a:solidFill>
              </a:defRPr>
            </a:lvl2pPr>
            <a:lvl3pPr>
              <a:defRPr lang="de-DE" sz="1800" dirty="0" smtClean="0">
                <a:solidFill>
                  <a:schemeClr val="lt1"/>
                </a:solidFill>
              </a:defRPr>
            </a:lvl3pPr>
            <a:lvl4pPr>
              <a:defRPr lang="de-DE" sz="1800" dirty="0" smtClean="0">
                <a:solidFill>
                  <a:schemeClr val="lt1"/>
                </a:solidFill>
              </a:defRPr>
            </a:lvl4pPr>
            <a:lvl5pPr>
              <a:defRPr lang="de-DE" sz="1800" dirty="0">
                <a:solidFill>
                  <a:schemeClr val="lt1"/>
                </a:solidFill>
              </a:defRPr>
            </a:lvl5pPr>
          </a:lstStyle>
          <a:p>
            <a:pPr marL="285750" lvl="0" indent="-285750" algn="ctr">
              <a:spcAft>
                <a:spcPts val="1000"/>
              </a:spcAft>
              <a:buSzPct val="95000"/>
            </a:pPr>
            <a:r>
              <a:rPr lang="en-US" noProof="0"/>
              <a:t> </a:t>
            </a:r>
          </a:p>
        </p:txBody>
      </p:sp>
      <p:sp>
        <p:nvSpPr>
          <p:cNvPr id="9" name="Textplatzhalter 37">
            <a:extLst>
              <a:ext uri="{FF2B5EF4-FFF2-40B4-BE49-F238E27FC236}">
                <a16:creationId xmlns:a16="http://schemas.microsoft.com/office/drawing/2014/main" id="{1DC12997-52D4-4932-885C-54BD12C8D93A}"/>
              </a:ext>
            </a:extLst>
          </p:cNvPr>
          <p:cNvSpPr>
            <a:spLocks noGrp="1"/>
          </p:cNvSpPr>
          <p:nvPr>
            <p:ph type="body" sz="quarter" idx="11" hasCustomPrompt="1"/>
          </p:nvPr>
        </p:nvSpPr>
        <p:spPr bwMode="gray">
          <a:xfrm>
            <a:off x="334800" y="5097600"/>
            <a:ext cx="6685200" cy="612000"/>
          </a:xfrm>
          <a:noFill/>
        </p:spPr>
        <p:txBody>
          <a:bodyPr lIns="0" tIns="0" rIns="324000" anchor="ctr"/>
          <a:lstStyle>
            <a:lvl1pPr marL="0" indent="0">
              <a:buNone/>
              <a:defRPr sz="4000">
                <a:solidFill>
                  <a:schemeClr val="bg1"/>
                </a:solidFill>
              </a:defRPr>
            </a:lvl1pPr>
          </a:lstStyle>
          <a:p>
            <a:pPr lvl="0"/>
            <a:r>
              <a:rPr lang="en-US" noProof="0"/>
              <a:t>Chapter</a:t>
            </a:r>
          </a:p>
        </p:txBody>
      </p:sp>
      <p:sp>
        <p:nvSpPr>
          <p:cNvPr id="10" name="Textplatzhalter 37">
            <a:extLst>
              <a:ext uri="{FF2B5EF4-FFF2-40B4-BE49-F238E27FC236}">
                <a16:creationId xmlns:a16="http://schemas.microsoft.com/office/drawing/2014/main" id="{4F9F0718-754B-4FE2-8D29-290CAC8E5E5F}"/>
              </a:ext>
            </a:extLst>
          </p:cNvPr>
          <p:cNvSpPr>
            <a:spLocks noGrp="1"/>
          </p:cNvSpPr>
          <p:nvPr>
            <p:ph type="body" sz="quarter" idx="12" hasCustomPrompt="1"/>
          </p:nvPr>
        </p:nvSpPr>
        <p:spPr bwMode="gray">
          <a:xfrm>
            <a:off x="334800" y="5799600"/>
            <a:ext cx="6685200" cy="637575"/>
          </a:xfrm>
          <a:noFill/>
        </p:spPr>
        <p:txBody>
          <a:bodyPr lIns="0" tIns="0" rIns="324000" bIns="0"/>
          <a:lstStyle>
            <a:lvl1pPr marL="0" indent="0">
              <a:buNone/>
              <a:defRPr sz="1800">
                <a:solidFill>
                  <a:schemeClr val="bg1"/>
                </a:solidFill>
              </a:defRPr>
            </a:lvl1pPr>
          </a:lstStyle>
          <a:p>
            <a:pPr lvl="0"/>
            <a:r>
              <a:rPr lang="en-US" noProof="0"/>
              <a:t>Enter your subtitle here</a:t>
            </a:r>
          </a:p>
        </p:txBody>
      </p:sp>
    </p:spTree>
    <p:extLst>
      <p:ext uri="{BB962C8B-B14F-4D97-AF65-F5344CB8AC3E}">
        <p14:creationId xmlns:p14="http://schemas.microsoft.com/office/powerpoint/2010/main" val="6496435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HAPTER Interlocking">
    <p:spTree>
      <p:nvGrpSpPr>
        <p:cNvPr id="1" name=""/>
        <p:cNvGrpSpPr/>
        <p:nvPr/>
      </p:nvGrpSpPr>
      <p:grpSpPr>
        <a:xfrm>
          <a:off x="0" y="0"/>
          <a:ext cx="0" cy="0"/>
          <a:chOff x="0" y="0"/>
          <a:chExt cx="0" cy="0"/>
        </a:xfrm>
      </p:grpSpPr>
      <p:sp>
        <p:nvSpPr>
          <p:cNvPr id="109" name="Bildplatzhalter 108">
            <a:extLst>
              <a:ext uri="{FF2B5EF4-FFF2-40B4-BE49-F238E27FC236}">
                <a16:creationId xmlns:a16="http://schemas.microsoft.com/office/drawing/2014/main" id="{3BECA79D-9B9D-434B-95A3-2C40BFC17BF4}"/>
              </a:ext>
            </a:extLst>
          </p:cNvPr>
          <p:cNvSpPr>
            <a:spLocks noGrp="1" noChangeAspect="1"/>
          </p:cNvSpPr>
          <p:nvPr>
            <p:ph type="pic" sz="quarter" idx="19" hasCustomPrompt="1"/>
          </p:nvPr>
        </p:nvSpPr>
        <p:spPr bwMode="gray">
          <a:xfrm>
            <a:off x="0" y="0"/>
            <a:ext cx="12193200" cy="6858000"/>
          </a:xfrm>
          <a:custGeom>
            <a:avLst/>
            <a:gdLst>
              <a:gd name="connsiteX0" fmla="*/ 0 w 12193200"/>
              <a:gd name="connsiteY0" fmla="*/ 0 h 6858000"/>
              <a:gd name="connsiteX1" fmla="*/ 10682011 w 12193200"/>
              <a:gd name="connsiteY1" fmla="*/ 0 h 6858000"/>
              <a:gd name="connsiteX2" fmla="*/ 10682011 w 12193200"/>
              <a:gd name="connsiteY2" fmla="*/ 781200 h 6858000"/>
              <a:gd name="connsiteX3" fmla="*/ 11862813 w 12193200"/>
              <a:gd name="connsiteY3" fmla="*/ 781200 h 6858000"/>
              <a:gd name="connsiteX4" fmla="*/ 11862813 w 12193200"/>
              <a:gd name="connsiteY4" fmla="*/ 0 h 6858000"/>
              <a:gd name="connsiteX5" fmla="*/ 12193200 w 12193200"/>
              <a:gd name="connsiteY5" fmla="*/ 0 h 6858000"/>
              <a:gd name="connsiteX6" fmla="*/ 12193200 w 12193200"/>
              <a:gd name="connsiteY6" fmla="*/ 6858000 h 6858000"/>
              <a:gd name="connsiteX7" fmla="*/ 0 w 121932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3200" h="6858000">
                <a:moveTo>
                  <a:pt x="0" y="0"/>
                </a:moveTo>
                <a:lnTo>
                  <a:pt x="10682011" y="0"/>
                </a:lnTo>
                <a:lnTo>
                  <a:pt x="10682011" y="781200"/>
                </a:lnTo>
                <a:lnTo>
                  <a:pt x="11862813" y="781200"/>
                </a:lnTo>
                <a:lnTo>
                  <a:pt x="11862813" y="0"/>
                </a:lnTo>
                <a:lnTo>
                  <a:pt x="12193200" y="0"/>
                </a:lnTo>
                <a:lnTo>
                  <a:pt x="12193200" y="6858000"/>
                </a:lnTo>
                <a:lnTo>
                  <a:pt x="0" y="6858000"/>
                </a:lnTo>
                <a:close/>
              </a:path>
            </a:pathLst>
          </a:custGeom>
          <a:blipFill>
            <a:blip r:embed="rId2"/>
            <a:stretch>
              <a:fillRect/>
            </a:stretch>
          </a:blipFill>
          <a:ln>
            <a:noFill/>
          </a:ln>
        </p:spPr>
        <p:txBody>
          <a:bodyPr vert="horz" wrap="square" lIns="144000" tIns="144000" rIns="144000" bIns="144000" rtlCol="0" anchor="ctr">
            <a:noAutofit/>
          </a:bodyPr>
          <a:lstStyle>
            <a:lvl1pPr algn="ctr">
              <a:buFontTx/>
              <a:buNone/>
              <a:defRPr lang="de-DE" sz="1600">
                <a:noFill/>
              </a:defRPr>
            </a:lvl1pPr>
          </a:lstStyle>
          <a:p>
            <a:pPr marL="324000" lvl="0" indent="-324000" algn="ctr"/>
            <a:r>
              <a:rPr lang="en-US" noProof="0"/>
              <a:t> Picture</a:t>
            </a:r>
          </a:p>
        </p:txBody>
      </p:sp>
      <p:sp>
        <p:nvSpPr>
          <p:cNvPr id="7" name="Textplatzhalter 4">
            <a:extLst>
              <a:ext uri="{FF2B5EF4-FFF2-40B4-BE49-F238E27FC236}">
                <a16:creationId xmlns:a16="http://schemas.microsoft.com/office/drawing/2014/main" id="{05D1DB92-94B0-4A7E-9CC2-D651E1CE0FB4}"/>
              </a:ext>
            </a:extLst>
          </p:cNvPr>
          <p:cNvSpPr>
            <a:spLocks noGrp="1" noChangeAspect="1"/>
          </p:cNvSpPr>
          <p:nvPr>
            <p:ph type="body" sz="quarter" idx="20" hasCustomPrompt="1"/>
          </p:nvPr>
        </p:nvSpPr>
        <p:spPr bwMode="gray">
          <a:xfrm>
            <a:off x="0" y="4626000"/>
            <a:ext cx="7020000" cy="1908000"/>
          </a:xfrm>
          <a:solidFill>
            <a:schemeClr val="accent1">
              <a:alpha val="92000"/>
            </a:schemeClr>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lvl1pPr>
              <a:buNone/>
              <a:defRPr lang="de-DE" dirty="0" smtClean="0">
                <a:solidFill>
                  <a:schemeClr val="tx2"/>
                </a:solidFill>
              </a:defRPr>
            </a:lvl1pPr>
            <a:lvl2pPr>
              <a:defRPr lang="de-DE" sz="1800" dirty="0" smtClean="0">
                <a:solidFill>
                  <a:schemeClr val="lt1"/>
                </a:solidFill>
              </a:defRPr>
            </a:lvl2pPr>
            <a:lvl3pPr>
              <a:defRPr lang="de-DE" sz="1800" dirty="0" smtClean="0">
                <a:solidFill>
                  <a:schemeClr val="lt1"/>
                </a:solidFill>
              </a:defRPr>
            </a:lvl3pPr>
            <a:lvl4pPr>
              <a:defRPr lang="de-DE" sz="1800" dirty="0" smtClean="0">
                <a:solidFill>
                  <a:schemeClr val="lt1"/>
                </a:solidFill>
              </a:defRPr>
            </a:lvl4pPr>
            <a:lvl5pPr>
              <a:defRPr lang="de-DE" sz="1800" dirty="0">
                <a:solidFill>
                  <a:schemeClr val="lt1"/>
                </a:solidFill>
              </a:defRPr>
            </a:lvl5pPr>
          </a:lstStyle>
          <a:p>
            <a:pPr marL="285750" lvl="0" indent="-285750" algn="ctr">
              <a:spcAft>
                <a:spcPts val="1000"/>
              </a:spcAft>
              <a:buSzPct val="95000"/>
            </a:pPr>
            <a:r>
              <a:rPr lang="en-US" noProof="0"/>
              <a:t> </a:t>
            </a:r>
          </a:p>
        </p:txBody>
      </p:sp>
      <p:sp>
        <p:nvSpPr>
          <p:cNvPr id="8" name="Textplatzhalter 4">
            <a:extLst>
              <a:ext uri="{FF2B5EF4-FFF2-40B4-BE49-F238E27FC236}">
                <a16:creationId xmlns:a16="http://schemas.microsoft.com/office/drawing/2014/main" id="{4AD134AE-8E57-4EB2-BFB8-DDA96E80080C}"/>
              </a:ext>
            </a:extLst>
          </p:cNvPr>
          <p:cNvSpPr>
            <a:spLocks noGrp="1" noChangeAspect="1"/>
          </p:cNvSpPr>
          <p:nvPr>
            <p:ph type="body" sz="quarter" idx="21" hasCustomPrompt="1"/>
          </p:nvPr>
        </p:nvSpPr>
        <p:spPr bwMode="gray">
          <a:xfrm>
            <a:off x="334800" y="6476400"/>
            <a:ext cx="6685200" cy="57600"/>
          </a:xfrm>
          <a:solidFill>
            <a:schemeClr val="accent3">
              <a:alpha val="92000"/>
            </a:schemeClr>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lvl1pPr>
              <a:buNone/>
              <a:defRPr lang="de-DE" dirty="0" smtClean="0">
                <a:solidFill>
                  <a:schemeClr val="tx2"/>
                </a:solidFill>
              </a:defRPr>
            </a:lvl1pPr>
            <a:lvl2pPr>
              <a:defRPr lang="de-DE" sz="1800" dirty="0" smtClean="0">
                <a:solidFill>
                  <a:schemeClr val="lt1"/>
                </a:solidFill>
              </a:defRPr>
            </a:lvl2pPr>
            <a:lvl3pPr>
              <a:defRPr lang="de-DE" sz="1800" dirty="0" smtClean="0">
                <a:solidFill>
                  <a:schemeClr val="lt1"/>
                </a:solidFill>
              </a:defRPr>
            </a:lvl3pPr>
            <a:lvl4pPr>
              <a:defRPr lang="de-DE" sz="1800" dirty="0" smtClean="0">
                <a:solidFill>
                  <a:schemeClr val="lt1"/>
                </a:solidFill>
              </a:defRPr>
            </a:lvl4pPr>
            <a:lvl5pPr>
              <a:defRPr lang="de-DE" sz="1800" dirty="0">
                <a:solidFill>
                  <a:schemeClr val="lt1"/>
                </a:solidFill>
              </a:defRPr>
            </a:lvl5pPr>
          </a:lstStyle>
          <a:p>
            <a:pPr marL="285750" lvl="0" indent="-285750" algn="ctr">
              <a:spcAft>
                <a:spcPts val="1000"/>
              </a:spcAft>
              <a:buSzPct val="95000"/>
            </a:pPr>
            <a:r>
              <a:rPr lang="en-US" noProof="0"/>
              <a:t> </a:t>
            </a:r>
          </a:p>
        </p:txBody>
      </p:sp>
      <p:sp>
        <p:nvSpPr>
          <p:cNvPr id="9" name="Textplatzhalter 37">
            <a:extLst>
              <a:ext uri="{FF2B5EF4-FFF2-40B4-BE49-F238E27FC236}">
                <a16:creationId xmlns:a16="http://schemas.microsoft.com/office/drawing/2014/main" id="{1DC12997-52D4-4932-885C-54BD12C8D93A}"/>
              </a:ext>
            </a:extLst>
          </p:cNvPr>
          <p:cNvSpPr>
            <a:spLocks noGrp="1"/>
          </p:cNvSpPr>
          <p:nvPr>
            <p:ph type="body" sz="quarter" idx="11" hasCustomPrompt="1"/>
          </p:nvPr>
        </p:nvSpPr>
        <p:spPr bwMode="gray">
          <a:xfrm>
            <a:off x="334800" y="5097600"/>
            <a:ext cx="6685200" cy="612000"/>
          </a:xfrm>
          <a:noFill/>
        </p:spPr>
        <p:txBody>
          <a:bodyPr lIns="0" tIns="0" rIns="324000" anchor="ctr"/>
          <a:lstStyle>
            <a:lvl1pPr marL="0" indent="0">
              <a:buNone/>
              <a:defRPr sz="4000">
                <a:solidFill>
                  <a:schemeClr val="bg1"/>
                </a:solidFill>
              </a:defRPr>
            </a:lvl1pPr>
          </a:lstStyle>
          <a:p>
            <a:pPr lvl="0"/>
            <a:r>
              <a:rPr lang="en-US" noProof="0"/>
              <a:t>Chapter</a:t>
            </a:r>
          </a:p>
        </p:txBody>
      </p:sp>
      <p:sp>
        <p:nvSpPr>
          <p:cNvPr id="10" name="Textplatzhalter 37">
            <a:extLst>
              <a:ext uri="{FF2B5EF4-FFF2-40B4-BE49-F238E27FC236}">
                <a16:creationId xmlns:a16="http://schemas.microsoft.com/office/drawing/2014/main" id="{4F9F0718-754B-4FE2-8D29-290CAC8E5E5F}"/>
              </a:ext>
            </a:extLst>
          </p:cNvPr>
          <p:cNvSpPr>
            <a:spLocks noGrp="1"/>
          </p:cNvSpPr>
          <p:nvPr>
            <p:ph type="body" sz="quarter" idx="12" hasCustomPrompt="1"/>
          </p:nvPr>
        </p:nvSpPr>
        <p:spPr bwMode="gray">
          <a:xfrm>
            <a:off x="334800" y="5799600"/>
            <a:ext cx="6685200" cy="637575"/>
          </a:xfrm>
          <a:noFill/>
        </p:spPr>
        <p:txBody>
          <a:bodyPr lIns="0" tIns="0" rIns="324000" bIns="0"/>
          <a:lstStyle>
            <a:lvl1pPr marL="0" indent="0">
              <a:buNone/>
              <a:defRPr sz="1800">
                <a:solidFill>
                  <a:schemeClr val="bg1"/>
                </a:solidFill>
              </a:defRPr>
            </a:lvl1pPr>
          </a:lstStyle>
          <a:p>
            <a:pPr lvl="0"/>
            <a:r>
              <a:rPr lang="en-US" noProof="0"/>
              <a:t>Enter your subtitle here</a:t>
            </a:r>
          </a:p>
        </p:txBody>
      </p:sp>
    </p:spTree>
    <p:extLst>
      <p:ext uri="{BB962C8B-B14F-4D97-AF65-F5344CB8AC3E}">
        <p14:creationId xmlns:p14="http://schemas.microsoft.com/office/powerpoint/2010/main" val="1273945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1">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E1D178F-DE0D-42D5-B645-D6F06861130C}"/>
              </a:ext>
            </a:extLst>
          </p:cNvPr>
          <p:cNvSpPr>
            <a:spLocks noGrp="1"/>
          </p:cNvSpPr>
          <p:nvPr>
            <p:ph type="title" hasCustomPrompt="1"/>
          </p:nvPr>
        </p:nvSpPr>
        <p:spPr bwMode="gray"/>
        <p:txBody>
          <a:bodyPr/>
          <a:lstStyle>
            <a:lvl1pPr>
              <a:defRPr>
                <a:solidFill>
                  <a:schemeClr val="accent1"/>
                </a:solidFill>
              </a:defRPr>
            </a:lvl1pPr>
          </a:lstStyle>
          <a:p>
            <a:r>
              <a:rPr lang="en-US" noProof="0"/>
              <a:t>Enter your title here</a:t>
            </a:r>
          </a:p>
        </p:txBody>
      </p:sp>
      <p:sp>
        <p:nvSpPr>
          <p:cNvPr id="3" name="Foliennummernplatzhalter 2">
            <a:extLst>
              <a:ext uri="{FF2B5EF4-FFF2-40B4-BE49-F238E27FC236}">
                <a16:creationId xmlns:a16="http://schemas.microsoft.com/office/drawing/2014/main" id="{EEDEDF02-5F7E-40EA-BA19-6348B4DE7C93}"/>
              </a:ext>
            </a:extLst>
          </p:cNvPr>
          <p:cNvSpPr>
            <a:spLocks noGrp="1"/>
          </p:cNvSpPr>
          <p:nvPr>
            <p:ph type="sldNum" sz="quarter" idx="10"/>
          </p:nvPr>
        </p:nvSpPr>
        <p:spPr/>
        <p:txBody>
          <a:bodyPr/>
          <a:lstStyle/>
          <a:p>
            <a:fld id="{D29D5D5B-1E8F-47C0-A83E-FCAC38D52D33}" type="slidenum">
              <a:rPr lang="de-DE" smtClean="0"/>
              <a:pPr/>
              <a:t>‹#›</a:t>
            </a:fld>
            <a:endParaRPr lang="de-DE"/>
          </a:p>
        </p:txBody>
      </p:sp>
    </p:spTree>
    <p:extLst>
      <p:ext uri="{BB962C8B-B14F-4D97-AF65-F5344CB8AC3E}">
        <p14:creationId xmlns:p14="http://schemas.microsoft.com/office/powerpoint/2010/main" val="2225217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2">
    <p:spTree>
      <p:nvGrpSpPr>
        <p:cNvPr id="1" name=""/>
        <p:cNvGrpSpPr/>
        <p:nvPr/>
      </p:nvGrpSpPr>
      <p:grpSpPr>
        <a:xfrm>
          <a:off x="0" y="0"/>
          <a:ext cx="0" cy="0"/>
          <a:chOff x="0" y="0"/>
          <a:chExt cx="0" cy="0"/>
        </a:xfrm>
      </p:grpSpPr>
      <p:sp>
        <p:nvSpPr>
          <p:cNvPr id="7" name="Textplatzhalter 3">
            <a:extLst>
              <a:ext uri="{FF2B5EF4-FFF2-40B4-BE49-F238E27FC236}">
                <a16:creationId xmlns:a16="http://schemas.microsoft.com/office/drawing/2014/main" id="{A871B648-C337-470D-89A9-23BDFA23CC03}"/>
              </a:ext>
            </a:extLst>
          </p:cNvPr>
          <p:cNvSpPr>
            <a:spLocks noGrp="1"/>
          </p:cNvSpPr>
          <p:nvPr>
            <p:ph type="body" sz="quarter" idx="11" hasCustomPrompt="1"/>
          </p:nvPr>
        </p:nvSpPr>
        <p:spPr bwMode="gray">
          <a:xfrm>
            <a:off x="622964" y="1731600"/>
            <a:ext cx="11232000" cy="626550"/>
          </a:xfrm>
        </p:spPr>
        <p:txBody>
          <a:bodyPr/>
          <a:lstStyle>
            <a:lvl1pPr marL="0" indent="0">
              <a:buNone/>
              <a:defRPr sz="1800" b="1"/>
            </a:lvl1pPr>
          </a:lstStyle>
          <a:p>
            <a:pPr lvl="0"/>
            <a:r>
              <a:rPr lang="en-US" noProof="0"/>
              <a:t>Enter your subtitle here</a:t>
            </a:r>
            <a:br>
              <a:rPr lang="en-US" noProof="0"/>
            </a:br>
            <a:endParaRPr lang="en-US" noProof="0"/>
          </a:p>
        </p:txBody>
      </p:sp>
      <p:sp>
        <p:nvSpPr>
          <p:cNvPr id="3" name="Titel 2">
            <a:extLst>
              <a:ext uri="{FF2B5EF4-FFF2-40B4-BE49-F238E27FC236}">
                <a16:creationId xmlns:a16="http://schemas.microsoft.com/office/drawing/2014/main" id="{64B0E3E2-0EC3-41F9-AFFD-F526F8D24F1F}"/>
              </a:ext>
            </a:extLst>
          </p:cNvPr>
          <p:cNvSpPr>
            <a:spLocks noGrp="1"/>
          </p:cNvSpPr>
          <p:nvPr>
            <p:ph type="title" hasCustomPrompt="1"/>
          </p:nvPr>
        </p:nvSpPr>
        <p:spPr/>
        <p:txBody>
          <a:bodyPr/>
          <a:lstStyle/>
          <a:p>
            <a:r>
              <a:rPr lang="en-US" noProof="0"/>
              <a:t>Enter your title here</a:t>
            </a:r>
          </a:p>
        </p:txBody>
      </p:sp>
      <p:sp>
        <p:nvSpPr>
          <p:cNvPr id="2" name="Foliennummernplatzhalter 1">
            <a:extLst>
              <a:ext uri="{FF2B5EF4-FFF2-40B4-BE49-F238E27FC236}">
                <a16:creationId xmlns:a16="http://schemas.microsoft.com/office/drawing/2014/main" id="{C28DB23F-CEF9-4E17-8B1B-7B2918817246}"/>
              </a:ext>
            </a:extLst>
          </p:cNvPr>
          <p:cNvSpPr>
            <a:spLocks noGrp="1"/>
          </p:cNvSpPr>
          <p:nvPr>
            <p:ph type="sldNum" sz="quarter" idx="12"/>
          </p:nvPr>
        </p:nvSpPr>
        <p:spPr/>
        <p:txBody>
          <a:bodyPr/>
          <a:lstStyle/>
          <a:p>
            <a:fld id="{D29D5D5B-1E8F-47C0-A83E-FCAC38D52D33}" type="slidenum">
              <a:rPr lang="de-DE" smtClean="0"/>
              <a:pPr/>
              <a:t>‹#›</a:t>
            </a:fld>
            <a:endParaRPr lang="de-DE"/>
          </a:p>
        </p:txBody>
      </p:sp>
    </p:spTree>
    <p:extLst>
      <p:ext uri="{BB962C8B-B14F-4D97-AF65-F5344CB8AC3E}">
        <p14:creationId xmlns:p14="http://schemas.microsoft.com/office/powerpoint/2010/main" val="38837973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1">
    <p:spTree>
      <p:nvGrpSpPr>
        <p:cNvPr id="1" name=""/>
        <p:cNvGrpSpPr/>
        <p:nvPr/>
      </p:nvGrpSpPr>
      <p:grpSpPr>
        <a:xfrm>
          <a:off x="0" y="0"/>
          <a:ext cx="0" cy="0"/>
          <a:chOff x="0" y="0"/>
          <a:chExt cx="0" cy="0"/>
        </a:xfrm>
      </p:grpSpPr>
      <p:sp>
        <p:nvSpPr>
          <p:cNvPr id="5" name="Inhaltsplatzhalter">
            <a:extLst>
              <a:ext uri="{FF2B5EF4-FFF2-40B4-BE49-F238E27FC236}">
                <a16:creationId xmlns:a16="http://schemas.microsoft.com/office/drawing/2014/main" id="{23B6E2E6-C098-4EE2-B432-1D7E8CA15FD7}"/>
              </a:ext>
            </a:extLst>
          </p:cNvPr>
          <p:cNvSpPr>
            <a:spLocks noGrp="1"/>
          </p:cNvSpPr>
          <p:nvPr>
            <p:ph sz="quarter" idx="10" hasCustomPrompt="1"/>
          </p:nvPr>
        </p:nvSpPr>
        <p:spPr bwMode="gray">
          <a:xfrm>
            <a:off x="622300" y="2358150"/>
            <a:ext cx="11233150" cy="4176000"/>
          </a:xfrm>
        </p:spPr>
        <p:txBody>
          <a:bodyPr/>
          <a:lstStyle>
            <a:lvl1pPr>
              <a:defRPr sz="1800"/>
            </a:lvl1pPr>
            <a:lvl2pPr>
              <a:defRPr sz="1600"/>
            </a:lvl2pPr>
            <a:lvl3pPr>
              <a:defRPr sz="1400"/>
            </a:lvl3pPr>
            <a:lvl4pPr>
              <a:defRPr sz="1200"/>
            </a:lvl4pPr>
            <a:lvl5pPr>
              <a:defRPr sz="1100"/>
            </a:lvl5pPr>
          </a:lstStyle>
          <a:p>
            <a:pPr lvl="0"/>
            <a:r>
              <a:rPr lang="en-US" noProof="0"/>
              <a:t>Enter your text or bullet points here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Subtitle">
            <a:extLst>
              <a:ext uri="{FF2B5EF4-FFF2-40B4-BE49-F238E27FC236}">
                <a16:creationId xmlns:a16="http://schemas.microsoft.com/office/drawing/2014/main" id="{A871B648-C337-470D-89A9-23BDFA23CC03}"/>
              </a:ext>
            </a:extLst>
          </p:cNvPr>
          <p:cNvSpPr>
            <a:spLocks noGrp="1"/>
          </p:cNvSpPr>
          <p:nvPr>
            <p:ph type="body" sz="quarter" idx="11" hasCustomPrompt="1"/>
          </p:nvPr>
        </p:nvSpPr>
        <p:spPr bwMode="gray">
          <a:xfrm>
            <a:off x="622964" y="1731600"/>
            <a:ext cx="11232000" cy="626550"/>
          </a:xfrm>
        </p:spPr>
        <p:txBody>
          <a:bodyPr/>
          <a:lstStyle>
            <a:lvl1pPr marL="0" indent="0">
              <a:buNone/>
              <a:defRPr sz="1800" b="1"/>
            </a:lvl1pPr>
          </a:lstStyle>
          <a:p>
            <a:pPr lvl="0"/>
            <a:r>
              <a:rPr lang="en-US" noProof="0"/>
              <a:t>Enter your subtitle here</a:t>
            </a:r>
            <a:br>
              <a:rPr lang="en-US" noProof="0"/>
            </a:br>
            <a:endParaRPr lang="en-US" noProof="0"/>
          </a:p>
        </p:txBody>
      </p:sp>
      <p:sp>
        <p:nvSpPr>
          <p:cNvPr id="4" name="Titel 3">
            <a:extLst>
              <a:ext uri="{FF2B5EF4-FFF2-40B4-BE49-F238E27FC236}">
                <a16:creationId xmlns:a16="http://schemas.microsoft.com/office/drawing/2014/main" id="{24E6F185-A3F1-455F-85FF-F18E07C4E237}"/>
              </a:ext>
            </a:extLst>
          </p:cNvPr>
          <p:cNvSpPr>
            <a:spLocks noGrp="1"/>
          </p:cNvSpPr>
          <p:nvPr>
            <p:ph type="title" hasCustomPrompt="1"/>
          </p:nvPr>
        </p:nvSpPr>
        <p:spPr/>
        <p:txBody>
          <a:bodyPr/>
          <a:lstStyle/>
          <a:p>
            <a:r>
              <a:rPr lang="en-US" noProof="0"/>
              <a:t>Enter your title here</a:t>
            </a:r>
          </a:p>
        </p:txBody>
      </p:sp>
      <p:sp>
        <p:nvSpPr>
          <p:cNvPr id="2" name="Foliennummernplatzhalter 1">
            <a:extLst>
              <a:ext uri="{FF2B5EF4-FFF2-40B4-BE49-F238E27FC236}">
                <a16:creationId xmlns:a16="http://schemas.microsoft.com/office/drawing/2014/main" id="{651B95A5-41F6-4898-AF6D-0E556059549A}"/>
              </a:ext>
            </a:extLst>
          </p:cNvPr>
          <p:cNvSpPr>
            <a:spLocks noGrp="1"/>
          </p:cNvSpPr>
          <p:nvPr>
            <p:ph type="sldNum" sz="quarter" idx="12"/>
          </p:nvPr>
        </p:nvSpPr>
        <p:spPr/>
        <p:txBody>
          <a:bodyPr/>
          <a:lstStyle/>
          <a:p>
            <a:fld id="{D29D5D5B-1E8F-47C0-A83E-FCAC38D52D33}" type="slidenum">
              <a:rPr lang="de-DE" smtClean="0"/>
              <a:pPr/>
              <a:t>‹#›</a:t>
            </a:fld>
            <a:endParaRPr lang="de-DE"/>
          </a:p>
        </p:txBody>
      </p:sp>
    </p:spTree>
    <p:extLst>
      <p:ext uri="{BB962C8B-B14F-4D97-AF65-F5344CB8AC3E}">
        <p14:creationId xmlns:p14="http://schemas.microsoft.com/office/powerpoint/2010/main" val="8565735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sp>
        <p:nvSpPr>
          <p:cNvPr id="7" name="Subtitle">
            <a:extLst>
              <a:ext uri="{FF2B5EF4-FFF2-40B4-BE49-F238E27FC236}">
                <a16:creationId xmlns:a16="http://schemas.microsoft.com/office/drawing/2014/main" id="{A871B648-C337-470D-89A9-23BDFA23CC03}"/>
              </a:ext>
            </a:extLst>
          </p:cNvPr>
          <p:cNvSpPr>
            <a:spLocks noGrp="1"/>
          </p:cNvSpPr>
          <p:nvPr>
            <p:ph type="body" sz="quarter" idx="11" hasCustomPrompt="1"/>
          </p:nvPr>
        </p:nvSpPr>
        <p:spPr bwMode="gray">
          <a:xfrm>
            <a:off x="622300" y="1731600"/>
            <a:ext cx="11232000" cy="626550"/>
          </a:xfrm>
        </p:spPr>
        <p:txBody>
          <a:bodyPr/>
          <a:lstStyle>
            <a:lvl1pPr marL="0" indent="0">
              <a:buNone/>
              <a:defRPr sz="1800" b="1"/>
            </a:lvl1pPr>
          </a:lstStyle>
          <a:p>
            <a:pPr lvl="0"/>
            <a:r>
              <a:rPr lang="en-US" noProof="0"/>
              <a:t>Enter your subtitle here</a:t>
            </a:r>
            <a:br>
              <a:rPr lang="en-US" noProof="0"/>
            </a:br>
            <a:endParaRPr lang="en-US" noProof="0"/>
          </a:p>
        </p:txBody>
      </p:sp>
      <p:sp>
        <p:nvSpPr>
          <p:cNvPr id="5" name="Content 1">
            <a:extLst>
              <a:ext uri="{FF2B5EF4-FFF2-40B4-BE49-F238E27FC236}">
                <a16:creationId xmlns:a16="http://schemas.microsoft.com/office/drawing/2014/main" id="{23B6E2E6-C098-4EE2-B432-1D7E8CA15FD7}"/>
              </a:ext>
            </a:extLst>
          </p:cNvPr>
          <p:cNvSpPr>
            <a:spLocks noGrp="1"/>
          </p:cNvSpPr>
          <p:nvPr>
            <p:ph sz="quarter" idx="10" hasCustomPrompt="1"/>
          </p:nvPr>
        </p:nvSpPr>
        <p:spPr bwMode="gray">
          <a:xfrm>
            <a:off x="622300" y="2358150"/>
            <a:ext cx="5256000" cy="4176000"/>
          </a:xfrm>
        </p:spPr>
        <p:txBody>
          <a:bodyPr/>
          <a:lstStyle>
            <a:lvl1pPr>
              <a:defRPr sz="1800"/>
            </a:lvl1pPr>
            <a:lvl2pPr>
              <a:defRPr sz="1600"/>
            </a:lvl2pPr>
            <a:lvl3pPr>
              <a:defRPr sz="1400"/>
            </a:lvl3pPr>
            <a:lvl4pPr>
              <a:defRPr sz="1200"/>
            </a:lvl4pPr>
            <a:lvl5pPr>
              <a:defRPr sz="1100"/>
            </a:lvl5pPr>
          </a:lstStyle>
          <a:p>
            <a:pPr lvl="0"/>
            <a:r>
              <a:rPr lang="en-US" noProof="0"/>
              <a:t>Enter your text or bullet points here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2">
            <a:extLst>
              <a:ext uri="{FF2B5EF4-FFF2-40B4-BE49-F238E27FC236}">
                <a16:creationId xmlns:a16="http://schemas.microsoft.com/office/drawing/2014/main" id="{89B877A1-80E7-4971-92BE-5049D782801F}"/>
              </a:ext>
            </a:extLst>
          </p:cNvPr>
          <p:cNvSpPr>
            <a:spLocks noGrp="1"/>
          </p:cNvSpPr>
          <p:nvPr>
            <p:ph sz="quarter" idx="12" hasCustomPrompt="1"/>
          </p:nvPr>
        </p:nvSpPr>
        <p:spPr bwMode="gray">
          <a:xfrm>
            <a:off x="6598300" y="2358150"/>
            <a:ext cx="5256000" cy="4176000"/>
          </a:xfrm>
        </p:spPr>
        <p:txBody>
          <a:bodyPr/>
          <a:lstStyle>
            <a:lvl1pPr>
              <a:defRPr sz="1800"/>
            </a:lvl1pPr>
            <a:lvl2pPr>
              <a:defRPr sz="1600"/>
            </a:lvl2pPr>
            <a:lvl3pPr>
              <a:defRPr sz="1400"/>
            </a:lvl3pPr>
            <a:lvl4pPr>
              <a:defRPr sz="1200"/>
            </a:lvl4pPr>
            <a:lvl5pPr>
              <a:defRPr sz="1100"/>
            </a:lvl5pPr>
          </a:lstStyle>
          <a:p>
            <a:pPr lvl="0"/>
            <a:r>
              <a:rPr lang="en-US" noProof="0"/>
              <a:t>Enter your text or bullet points here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itel 2">
            <a:extLst>
              <a:ext uri="{FF2B5EF4-FFF2-40B4-BE49-F238E27FC236}">
                <a16:creationId xmlns:a16="http://schemas.microsoft.com/office/drawing/2014/main" id="{7CCFBBC3-B8AE-49D0-A432-B197D051BAC6}"/>
              </a:ext>
            </a:extLst>
          </p:cNvPr>
          <p:cNvSpPr>
            <a:spLocks noGrp="1"/>
          </p:cNvSpPr>
          <p:nvPr>
            <p:ph type="title" hasCustomPrompt="1"/>
          </p:nvPr>
        </p:nvSpPr>
        <p:spPr/>
        <p:txBody>
          <a:bodyPr/>
          <a:lstStyle/>
          <a:p>
            <a:r>
              <a:rPr lang="en-US" noProof="0"/>
              <a:t>Enter your title here</a:t>
            </a:r>
          </a:p>
        </p:txBody>
      </p:sp>
      <p:sp>
        <p:nvSpPr>
          <p:cNvPr id="2" name="Foliennummernplatzhalter 1">
            <a:extLst>
              <a:ext uri="{FF2B5EF4-FFF2-40B4-BE49-F238E27FC236}">
                <a16:creationId xmlns:a16="http://schemas.microsoft.com/office/drawing/2014/main" id="{13F3539F-63F0-4209-A647-CFA3E17B674C}"/>
              </a:ext>
            </a:extLst>
          </p:cNvPr>
          <p:cNvSpPr>
            <a:spLocks noGrp="1"/>
          </p:cNvSpPr>
          <p:nvPr>
            <p:ph type="sldNum" sz="quarter" idx="13"/>
          </p:nvPr>
        </p:nvSpPr>
        <p:spPr/>
        <p:txBody>
          <a:bodyPr/>
          <a:lstStyle/>
          <a:p>
            <a:fld id="{D29D5D5B-1E8F-47C0-A83E-FCAC38D52D33}" type="slidenum">
              <a:rPr lang="de-DE" smtClean="0"/>
              <a:pPr/>
              <a:t>‹#›</a:t>
            </a:fld>
            <a:endParaRPr lang="de-DE"/>
          </a:p>
        </p:txBody>
      </p:sp>
    </p:spTree>
    <p:extLst>
      <p:ext uri="{BB962C8B-B14F-4D97-AF65-F5344CB8AC3E}">
        <p14:creationId xmlns:p14="http://schemas.microsoft.com/office/powerpoint/2010/main" val="28117876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3">
    <p:spTree>
      <p:nvGrpSpPr>
        <p:cNvPr id="1" name=""/>
        <p:cNvGrpSpPr/>
        <p:nvPr/>
      </p:nvGrpSpPr>
      <p:grpSpPr>
        <a:xfrm>
          <a:off x="0" y="0"/>
          <a:ext cx="0" cy="0"/>
          <a:chOff x="0" y="0"/>
          <a:chExt cx="0" cy="0"/>
        </a:xfrm>
      </p:grpSpPr>
      <p:sp>
        <p:nvSpPr>
          <p:cNvPr id="7" name="Subtitle">
            <a:extLst>
              <a:ext uri="{FF2B5EF4-FFF2-40B4-BE49-F238E27FC236}">
                <a16:creationId xmlns:a16="http://schemas.microsoft.com/office/drawing/2014/main" id="{A871B648-C337-470D-89A9-23BDFA23CC03}"/>
              </a:ext>
            </a:extLst>
          </p:cNvPr>
          <p:cNvSpPr>
            <a:spLocks noGrp="1"/>
          </p:cNvSpPr>
          <p:nvPr>
            <p:ph type="body" sz="quarter" idx="11" hasCustomPrompt="1"/>
          </p:nvPr>
        </p:nvSpPr>
        <p:spPr bwMode="gray">
          <a:xfrm>
            <a:off x="622300" y="1731600"/>
            <a:ext cx="11232000" cy="626550"/>
          </a:xfrm>
        </p:spPr>
        <p:txBody>
          <a:bodyPr/>
          <a:lstStyle>
            <a:lvl1pPr marL="0" indent="0">
              <a:buNone/>
              <a:defRPr sz="1800" b="1"/>
            </a:lvl1pPr>
          </a:lstStyle>
          <a:p>
            <a:pPr lvl="0"/>
            <a:r>
              <a:rPr lang="en-US" noProof="0"/>
              <a:t>Enter your subtitle here</a:t>
            </a:r>
            <a:br>
              <a:rPr lang="en-US" noProof="0"/>
            </a:br>
            <a:endParaRPr lang="en-US" noProof="0"/>
          </a:p>
        </p:txBody>
      </p:sp>
      <p:sp>
        <p:nvSpPr>
          <p:cNvPr id="4" name="Textplatzhalter 3">
            <a:extLst>
              <a:ext uri="{FF2B5EF4-FFF2-40B4-BE49-F238E27FC236}">
                <a16:creationId xmlns:a16="http://schemas.microsoft.com/office/drawing/2014/main" id="{ABA582C4-E03D-4A8F-AAB6-D9ECC8D93C20}"/>
              </a:ext>
            </a:extLst>
          </p:cNvPr>
          <p:cNvSpPr>
            <a:spLocks noGrp="1"/>
          </p:cNvSpPr>
          <p:nvPr>
            <p:ph type="body" sz="quarter" idx="15" hasCustomPrompt="1"/>
          </p:nvPr>
        </p:nvSpPr>
        <p:spPr bwMode="gray">
          <a:xfrm>
            <a:off x="622300" y="4158150"/>
            <a:ext cx="2484000" cy="432000"/>
          </a:xfrm>
        </p:spPr>
        <p:txBody>
          <a:bodyPr anchor="b"/>
          <a:lstStyle>
            <a:lvl1pPr marL="0" indent="0" algn="ctr">
              <a:buNone/>
              <a:defRPr b="1">
                <a:solidFill>
                  <a:schemeClr val="accent1"/>
                </a:solidFill>
              </a:defRPr>
            </a:lvl1pPr>
          </a:lstStyle>
          <a:p>
            <a:pPr lvl="0"/>
            <a:r>
              <a:rPr lang="en-US" noProof="0"/>
              <a:t>Enter your title here</a:t>
            </a:r>
          </a:p>
        </p:txBody>
      </p:sp>
      <p:sp>
        <p:nvSpPr>
          <p:cNvPr id="11" name="Textplatzhalter 3">
            <a:extLst>
              <a:ext uri="{FF2B5EF4-FFF2-40B4-BE49-F238E27FC236}">
                <a16:creationId xmlns:a16="http://schemas.microsoft.com/office/drawing/2014/main" id="{6B6EFEC5-3C19-4CED-A046-254BCCA1D237}"/>
              </a:ext>
            </a:extLst>
          </p:cNvPr>
          <p:cNvSpPr>
            <a:spLocks noGrp="1"/>
          </p:cNvSpPr>
          <p:nvPr>
            <p:ph type="body" sz="quarter" idx="16" hasCustomPrompt="1"/>
          </p:nvPr>
        </p:nvSpPr>
        <p:spPr bwMode="gray">
          <a:xfrm>
            <a:off x="3538300" y="4158150"/>
            <a:ext cx="2484000" cy="432000"/>
          </a:xfrm>
        </p:spPr>
        <p:txBody>
          <a:bodyPr anchor="b"/>
          <a:lstStyle>
            <a:lvl1pPr marL="0" indent="0" algn="ctr">
              <a:buNone/>
              <a:defRPr b="1">
                <a:solidFill>
                  <a:schemeClr val="accent1"/>
                </a:solidFill>
              </a:defRPr>
            </a:lvl1pPr>
          </a:lstStyle>
          <a:p>
            <a:pPr lvl="0"/>
            <a:r>
              <a:rPr lang="en-US" noProof="0"/>
              <a:t>Enter your title here</a:t>
            </a:r>
          </a:p>
        </p:txBody>
      </p:sp>
      <p:sp>
        <p:nvSpPr>
          <p:cNvPr id="12" name="Textplatzhalter 3">
            <a:extLst>
              <a:ext uri="{FF2B5EF4-FFF2-40B4-BE49-F238E27FC236}">
                <a16:creationId xmlns:a16="http://schemas.microsoft.com/office/drawing/2014/main" id="{14115848-F727-47BB-A115-E7CBAC566F8C}"/>
              </a:ext>
            </a:extLst>
          </p:cNvPr>
          <p:cNvSpPr>
            <a:spLocks noGrp="1"/>
          </p:cNvSpPr>
          <p:nvPr>
            <p:ph type="body" sz="quarter" idx="17" hasCustomPrompt="1"/>
          </p:nvPr>
        </p:nvSpPr>
        <p:spPr bwMode="gray">
          <a:xfrm>
            <a:off x="6454300" y="4158150"/>
            <a:ext cx="2484000" cy="432000"/>
          </a:xfrm>
        </p:spPr>
        <p:txBody>
          <a:bodyPr anchor="b"/>
          <a:lstStyle>
            <a:lvl1pPr marL="0" indent="0" algn="ctr">
              <a:buNone/>
              <a:defRPr b="1">
                <a:solidFill>
                  <a:schemeClr val="accent1"/>
                </a:solidFill>
              </a:defRPr>
            </a:lvl1pPr>
          </a:lstStyle>
          <a:p>
            <a:pPr lvl="0"/>
            <a:r>
              <a:rPr lang="en-US" noProof="0"/>
              <a:t>Enter your title here</a:t>
            </a:r>
          </a:p>
        </p:txBody>
      </p:sp>
      <p:sp>
        <p:nvSpPr>
          <p:cNvPr id="13" name="Textplatzhalter 3">
            <a:extLst>
              <a:ext uri="{FF2B5EF4-FFF2-40B4-BE49-F238E27FC236}">
                <a16:creationId xmlns:a16="http://schemas.microsoft.com/office/drawing/2014/main" id="{36D55C18-F3D2-42BC-926F-D54C6F83798B}"/>
              </a:ext>
            </a:extLst>
          </p:cNvPr>
          <p:cNvSpPr>
            <a:spLocks noGrp="1"/>
          </p:cNvSpPr>
          <p:nvPr>
            <p:ph type="body" sz="quarter" idx="18" hasCustomPrompt="1"/>
          </p:nvPr>
        </p:nvSpPr>
        <p:spPr bwMode="gray">
          <a:xfrm>
            <a:off x="9370300" y="4158150"/>
            <a:ext cx="2484000" cy="432000"/>
          </a:xfrm>
        </p:spPr>
        <p:txBody>
          <a:bodyPr anchor="b"/>
          <a:lstStyle>
            <a:lvl1pPr marL="0" indent="0" algn="ctr">
              <a:buNone/>
              <a:defRPr b="1">
                <a:solidFill>
                  <a:schemeClr val="accent1"/>
                </a:solidFill>
              </a:defRPr>
            </a:lvl1pPr>
          </a:lstStyle>
          <a:p>
            <a:pPr lvl="0"/>
            <a:r>
              <a:rPr lang="en-US" noProof="0"/>
              <a:t>Enter your title here</a:t>
            </a:r>
          </a:p>
        </p:txBody>
      </p:sp>
      <p:sp>
        <p:nvSpPr>
          <p:cNvPr id="16" name="Textplatzhalter 3">
            <a:extLst>
              <a:ext uri="{FF2B5EF4-FFF2-40B4-BE49-F238E27FC236}">
                <a16:creationId xmlns:a16="http://schemas.microsoft.com/office/drawing/2014/main" id="{1C5BC70E-61E6-444D-890D-42A3507AD01F}"/>
              </a:ext>
            </a:extLst>
          </p:cNvPr>
          <p:cNvSpPr>
            <a:spLocks noGrp="1"/>
          </p:cNvSpPr>
          <p:nvPr>
            <p:ph type="body" sz="quarter" idx="19" hasCustomPrompt="1"/>
          </p:nvPr>
        </p:nvSpPr>
        <p:spPr bwMode="gray">
          <a:xfrm>
            <a:off x="622300" y="4846200"/>
            <a:ext cx="2484000" cy="1687950"/>
          </a:xfrm>
        </p:spPr>
        <p:txBody>
          <a:bodyPr/>
          <a:lstStyle>
            <a:lvl1pPr marL="0" indent="0" algn="ctr">
              <a:buNone/>
              <a:defRPr b="0">
                <a:solidFill>
                  <a:schemeClr val="tx1"/>
                </a:solidFill>
              </a:defRPr>
            </a:lvl1pPr>
          </a:lstStyle>
          <a:p>
            <a:pPr lvl="0"/>
            <a:r>
              <a:rPr lang="en-US" noProof="0"/>
              <a:t>Enter your text here</a:t>
            </a:r>
          </a:p>
        </p:txBody>
      </p:sp>
      <p:sp>
        <p:nvSpPr>
          <p:cNvPr id="17" name="Textplatzhalter 3">
            <a:extLst>
              <a:ext uri="{FF2B5EF4-FFF2-40B4-BE49-F238E27FC236}">
                <a16:creationId xmlns:a16="http://schemas.microsoft.com/office/drawing/2014/main" id="{8A72FCE0-C64E-49EE-B9DA-271D0084E228}"/>
              </a:ext>
            </a:extLst>
          </p:cNvPr>
          <p:cNvSpPr>
            <a:spLocks noGrp="1"/>
          </p:cNvSpPr>
          <p:nvPr>
            <p:ph type="body" sz="quarter" idx="20" hasCustomPrompt="1"/>
          </p:nvPr>
        </p:nvSpPr>
        <p:spPr bwMode="gray">
          <a:xfrm>
            <a:off x="3538300" y="4846200"/>
            <a:ext cx="2484000" cy="1687950"/>
          </a:xfrm>
        </p:spPr>
        <p:txBody>
          <a:bodyPr/>
          <a:lstStyle>
            <a:lvl1pPr marL="0" indent="0" algn="ctr">
              <a:buNone/>
              <a:defRPr b="0">
                <a:solidFill>
                  <a:schemeClr val="tx1"/>
                </a:solidFill>
              </a:defRPr>
            </a:lvl1pPr>
          </a:lstStyle>
          <a:p>
            <a:pPr lvl="0"/>
            <a:r>
              <a:rPr lang="en-US" noProof="0"/>
              <a:t>Enter your text here</a:t>
            </a:r>
          </a:p>
        </p:txBody>
      </p:sp>
      <p:sp>
        <p:nvSpPr>
          <p:cNvPr id="18" name="Textplatzhalter 3">
            <a:extLst>
              <a:ext uri="{FF2B5EF4-FFF2-40B4-BE49-F238E27FC236}">
                <a16:creationId xmlns:a16="http://schemas.microsoft.com/office/drawing/2014/main" id="{D148B8B2-49BA-428D-AFA7-B9DAB13B5482}"/>
              </a:ext>
            </a:extLst>
          </p:cNvPr>
          <p:cNvSpPr>
            <a:spLocks noGrp="1"/>
          </p:cNvSpPr>
          <p:nvPr>
            <p:ph type="body" sz="quarter" idx="21" hasCustomPrompt="1"/>
          </p:nvPr>
        </p:nvSpPr>
        <p:spPr bwMode="gray">
          <a:xfrm>
            <a:off x="6454300" y="4846200"/>
            <a:ext cx="2484000" cy="1687950"/>
          </a:xfrm>
        </p:spPr>
        <p:txBody>
          <a:bodyPr/>
          <a:lstStyle>
            <a:lvl1pPr marL="0" indent="0" algn="ctr">
              <a:buNone/>
              <a:defRPr b="0">
                <a:solidFill>
                  <a:schemeClr val="tx1"/>
                </a:solidFill>
              </a:defRPr>
            </a:lvl1pPr>
          </a:lstStyle>
          <a:p>
            <a:pPr lvl="0"/>
            <a:r>
              <a:rPr lang="en-US" noProof="0"/>
              <a:t>Enter your text here</a:t>
            </a:r>
          </a:p>
        </p:txBody>
      </p:sp>
      <p:sp>
        <p:nvSpPr>
          <p:cNvPr id="19" name="Textplatzhalter 3">
            <a:extLst>
              <a:ext uri="{FF2B5EF4-FFF2-40B4-BE49-F238E27FC236}">
                <a16:creationId xmlns:a16="http://schemas.microsoft.com/office/drawing/2014/main" id="{1C7F6FC0-4472-4752-B0C4-E0DDA3BF624D}"/>
              </a:ext>
            </a:extLst>
          </p:cNvPr>
          <p:cNvSpPr>
            <a:spLocks noGrp="1"/>
          </p:cNvSpPr>
          <p:nvPr>
            <p:ph type="body" sz="quarter" idx="22" hasCustomPrompt="1"/>
          </p:nvPr>
        </p:nvSpPr>
        <p:spPr bwMode="gray">
          <a:xfrm>
            <a:off x="9370300" y="4846200"/>
            <a:ext cx="2484000" cy="1687950"/>
          </a:xfrm>
        </p:spPr>
        <p:txBody>
          <a:bodyPr/>
          <a:lstStyle>
            <a:lvl1pPr marL="0" indent="0" algn="ctr">
              <a:buNone/>
              <a:defRPr b="0">
                <a:solidFill>
                  <a:schemeClr val="tx1"/>
                </a:solidFill>
              </a:defRPr>
            </a:lvl1pPr>
          </a:lstStyle>
          <a:p>
            <a:pPr lvl="0"/>
            <a:r>
              <a:rPr lang="en-US" noProof="0"/>
              <a:t>Enter your text here</a:t>
            </a:r>
          </a:p>
        </p:txBody>
      </p:sp>
      <p:sp>
        <p:nvSpPr>
          <p:cNvPr id="26" name="Textplatzhalter 25">
            <a:extLst>
              <a:ext uri="{FF2B5EF4-FFF2-40B4-BE49-F238E27FC236}">
                <a16:creationId xmlns:a16="http://schemas.microsoft.com/office/drawing/2014/main" id="{1550848E-19C1-4050-B9A3-38F445D68A20}"/>
              </a:ext>
            </a:extLst>
          </p:cNvPr>
          <p:cNvSpPr>
            <a:spLocks noGrp="1" noChangeAspect="1"/>
          </p:cNvSpPr>
          <p:nvPr userDrawn="1">
            <p:ph type="body" sz="quarter" idx="23" hasCustomPrompt="1"/>
          </p:nvPr>
        </p:nvSpPr>
        <p:spPr bwMode="gray">
          <a:xfrm>
            <a:off x="1288800" y="2660400"/>
            <a:ext cx="1152000" cy="1152000"/>
          </a:xfrm>
          <a:prstGeom prst="ellipse">
            <a:avLst/>
          </a:prstGeom>
          <a:ln w="31750">
            <a:solidFill>
              <a:schemeClr val="accent1"/>
            </a:solidFill>
          </a:ln>
        </p:spPr>
        <p:txBody>
          <a:bodyPr anchor="ctr"/>
          <a:lstStyle>
            <a:lvl1pPr algn="ctr">
              <a:buNone/>
              <a:defRPr/>
            </a:lvl1pPr>
          </a:lstStyle>
          <a:p>
            <a:pPr lvl="0"/>
            <a:r>
              <a:rPr lang="en-US" noProof="0"/>
              <a:t> </a:t>
            </a:r>
          </a:p>
        </p:txBody>
      </p:sp>
      <p:sp>
        <p:nvSpPr>
          <p:cNvPr id="27" name="Textplatzhalter 25">
            <a:extLst>
              <a:ext uri="{FF2B5EF4-FFF2-40B4-BE49-F238E27FC236}">
                <a16:creationId xmlns:a16="http://schemas.microsoft.com/office/drawing/2014/main" id="{4D9BC66B-DC24-4A8D-83C8-CBA7DEEDEA21}"/>
              </a:ext>
            </a:extLst>
          </p:cNvPr>
          <p:cNvSpPr>
            <a:spLocks noGrp="1" noChangeAspect="1"/>
          </p:cNvSpPr>
          <p:nvPr userDrawn="1">
            <p:ph type="body" sz="quarter" idx="24" hasCustomPrompt="1"/>
          </p:nvPr>
        </p:nvSpPr>
        <p:spPr bwMode="gray">
          <a:xfrm>
            <a:off x="4204633" y="2660400"/>
            <a:ext cx="1152000" cy="1152000"/>
          </a:xfrm>
          <a:prstGeom prst="ellipse">
            <a:avLst/>
          </a:prstGeom>
          <a:ln w="31750">
            <a:solidFill>
              <a:schemeClr val="accent1"/>
            </a:solidFill>
          </a:ln>
        </p:spPr>
        <p:txBody>
          <a:bodyPr anchor="ctr"/>
          <a:lstStyle>
            <a:lvl1pPr algn="ctr">
              <a:buNone/>
              <a:defRPr/>
            </a:lvl1pPr>
          </a:lstStyle>
          <a:p>
            <a:pPr lvl="0"/>
            <a:r>
              <a:rPr lang="en-US" noProof="0"/>
              <a:t> </a:t>
            </a:r>
          </a:p>
        </p:txBody>
      </p:sp>
      <p:sp>
        <p:nvSpPr>
          <p:cNvPr id="28" name="Textplatzhalter 25">
            <a:extLst>
              <a:ext uri="{FF2B5EF4-FFF2-40B4-BE49-F238E27FC236}">
                <a16:creationId xmlns:a16="http://schemas.microsoft.com/office/drawing/2014/main" id="{285E2EF2-B22B-402A-AE34-CFF1E51E0278}"/>
              </a:ext>
            </a:extLst>
          </p:cNvPr>
          <p:cNvSpPr>
            <a:spLocks noGrp="1" noChangeAspect="1"/>
          </p:cNvSpPr>
          <p:nvPr userDrawn="1">
            <p:ph type="body" sz="quarter" idx="25" hasCustomPrompt="1"/>
          </p:nvPr>
        </p:nvSpPr>
        <p:spPr bwMode="gray">
          <a:xfrm>
            <a:off x="7120466" y="2660400"/>
            <a:ext cx="1152000" cy="1152000"/>
          </a:xfrm>
          <a:prstGeom prst="ellipse">
            <a:avLst/>
          </a:prstGeom>
          <a:ln w="31750">
            <a:solidFill>
              <a:schemeClr val="accent1"/>
            </a:solidFill>
          </a:ln>
        </p:spPr>
        <p:txBody>
          <a:bodyPr anchor="ctr"/>
          <a:lstStyle>
            <a:lvl1pPr algn="ctr">
              <a:buNone/>
              <a:defRPr/>
            </a:lvl1pPr>
          </a:lstStyle>
          <a:p>
            <a:pPr lvl="0"/>
            <a:r>
              <a:rPr lang="en-US" noProof="0"/>
              <a:t> </a:t>
            </a:r>
          </a:p>
        </p:txBody>
      </p:sp>
      <p:sp>
        <p:nvSpPr>
          <p:cNvPr id="29" name="Textplatzhalter 25">
            <a:extLst>
              <a:ext uri="{FF2B5EF4-FFF2-40B4-BE49-F238E27FC236}">
                <a16:creationId xmlns:a16="http://schemas.microsoft.com/office/drawing/2014/main" id="{391FD623-AC55-4E9E-B150-9E4831952BCA}"/>
              </a:ext>
            </a:extLst>
          </p:cNvPr>
          <p:cNvSpPr>
            <a:spLocks noGrp="1" noChangeAspect="1"/>
          </p:cNvSpPr>
          <p:nvPr userDrawn="1">
            <p:ph type="body" sz="quarter" idx="26" hasCustomPrompt="1"/>
          </p:nvPr>
        </p:nvSpPr>
        <p:spPr bwMode="gray">
          <a:xfrm>
            <a:off x="10036300" y="2660400"/>
            <a:ext cx="1152000" cy="1152000"/>
          </a:xfrm>
          <a:prstGeom prst="ellipse">
            <a:avLst/>
          </a:prstGeom>
          <a:ln w="31750">
            <a:solidFill>
              <a:schemeClr val="accent1"/>
            </a:solidFill>
          </a:ln>
        </p:spPr>
        <p:txBody>
          <a:bodyPr anchor="ctr"/>
          <a:lstStyle>
            <a:lvl1pPr algn="ctr">
              <a:buNone/>
              <a:defRPr/>
            </a:lvl1pPr>
          </a:lstStyle>
          <a:p>
            <a:pPr lvl="0"/>
            <a:r>
              <a:rPr lang="en-US" noProof="0"/>
              <a:t> </a:t>
            </a:r>
          </a:p>
        </p:txBody>
      </p:sp>
      <p:sp>
        <p:nvSpPr>
          <p:cNvPr id="3" name="Titel 2">
            <a:extLst>
              <a:ext uri="{FF2B5EF4-FFF2-40B4-BE49-F238E27FC236}">
                <a16:creationId xmlns:a16="http://schemas.microsoft.com/office/drawing/2014/main" id="{5AD189D0-1CC6-466C-AF0F-DDB436BC3D78}"/>
              </a:ext>
            </a:extLst>
          </p:cNvPr>
          <p:cNvSpPr>
            <a:spLocks noGrp="1"/>
          </p:cNvSpPr>
          <p:nvPr userDrawn="1">
            <p:ph type="title" hasCustomPrompt="1"/>
          </p:nvPr>
        </p:nvSpPr>
        <p:spPr bwMode="gray"/>
        <p:txBody>
          <a:bodyPr/>
          <a:lstStyle/>
          <a:p>
            <a:r>
              <a:rPr lang="en-US" noProof="0"/>
              <a:t>Enter your title here</a:t>
            </a:r>
          </a:p>
        </p:txBody>
      </p:sp>
      <p:sp>
        <p:nvSpPr>
          <p:cNvPr id="30" name="Inhaltsplatzhalter 5">
            <a:extLst>
              <a:ext uri="{FF2B5EF4-FFF2-40B4-BE49-F238E27FC236}">
                <a16:creationId xmlns:a16="http://schemas.microsoft.com/office/drawing/2014/main" id="{FFBA64A7-4F7F-4E70-A880-41D0A4158CEE}"/>
              </a:ext>
            </a:extLst>
          </p:cNvPr>
          <p:cNvSpPr>
            <a:spLocks noGrp="1" noChangeAspect="1"/>
          </p:cNvSpPr>
          <p:nvPr>
            <p:ph sz="quarter" idx="27" hasCustomPrompt="1"/>
          </p:nvPr>
        </p:nvSpPr>
        <p:spPr bwMode="gray">
          <a:xfrm>
            <a:off x="3315100" y="2668128"/>
            <a:ext cx="14400" cy="3867150"/>
          </a:xfrm>
          <a:solidFill>
            <a:schemeClr val="bg1">
              <a:lumMod val="75000"/>
            </a:schemeClr>
          </a:solidFill>
        </p:spPr>
        <p:txBody>
          <a:bodyPr/>
          <a:lstStyle>
            <a:lvl1pPr>
              <a:buNone/>
              <a:defRPr/>
            </a:lvl1pPr>
          </a:lstStyle>
          <a:p>
            <a:pPr lvl="0"/>
            <a:r>
              <a:rPr lang="en-US" noProof="0"/>
              <a:t> </a:t>
            </a:r>
          </a:p>
        </p:txBody>
      </p:sp>
      <p:sp>
        <p:nvSpPr>
          <p:cNvPr id="31" name="Inhaltsplatzhalter 5">
            <a:extLst>
              <a:ext uri="{FF2B5EF4-FFF2-40B4-BE49-F238E27FC236}">
                <a16:creationId xmlns:a16="http://schemas.microsoft.com/office/drawing/2014/main" id="{D3AFEE61-1BE2-497A-A6A2-B385F6D666DB}"/>
              </a:ext>
            </a:extLst>
          </p:cNvPr>
          <p:cNvSpPr>
            <a:spLocks noGrp="1" noChangeAspect="1"/>
          </p:cNvSpPr>
          <p:nvPr>
            <p:ph sz="quarter" idx="28" hasCustomPrompt="1"/>
          </p:nvPr>
        </p:nvSpPr>
        <p:spPr bwMode="gray">
          <a:xfrm>
            <a:off x="6231100" y="2668128"/>
            <a:ext cx="14400" cy="3867150"/>
          </a:xfrm>
          <a:solidFill>
            <a:schemeClr val="bg1">
              <a:lumMod val="75000"/>
            </a:schemeClr>
          </a:solidFill>
        </p:spPr>
        <p:txBody>
          <a:bodyPr/>
          <a:lstStyle>
            <a:lvl1pPr>
              <a:buNone/>
              <a:defRPr/>
            </a:lvl1pPr>
          </a:lstStyle>
          <a:p>
            <a:pPr lvl="0"/>
            <a:r>
              <a:rPr lang="en-US" noProof="0"/>
              <a:t> </a:t>
            </a:r>
          </a:p>
        </p:txBody>
      </p:sp>
      <p:sp>
        <p:nvSpPr>
          <p:cNvPr id="32" name="Inhaltsplatzhalter 5">
            <a:extLst>
              <a:ext uri="{FF2B5EF4-FFF2-40B4-BE49-F238E27FC236}">
                <a16:creationId xmlns:a16="http://schemas.microsoft.com/office/drawing/2014/main" id="{21EE8388-4A44-436E-8CDF-9872A18AE18F}"/>
              </a:ext>
            </a:extLst>
          </p:cNvPr>
          <p:cNvSpPr>
            <a:spLocks noGrp="1" noChangeAspect="1"/>
          </p:cNvSpPr>
          <p:nvPr>
            <p:ph sz="quarter" idx="29" hasCustomPrompt="1"/>
          </p:nvPr>
        </p:nvSpPr>
        <p:spPr bwMode="gray">
          <a:xfrm>
            <a:off x="9147100" y="2668128"/>
            <a:ext cx="14400" cy="3867150"/>
          </a:xfrm>
          <a:solidFill>
            <a:schemeClr val="bg1">
              <a:lumMod val="75000"/>
            </a:schemeClr>
          </a:solidFill>
        </p:spPr>
        <p:txBody>
          <a:bodyPr/>
          <a:lstStyle>
            <a:lvl1pPr>
              <a:buNone/>
              <a:defRPr/>
            </a:lvl1pPr>
          </a:lstStyle>
          <a:p>
            <a:pPr lvl="0"/>
            <a:r>
              <a:rPr lang="en-US" noProof="0"/>
              <a:t> </a:t>
            </a:r>
          </a:p>
        </p:txBody>
      </p:sp>
      <p:sp>
        <p:nvSpPr>
          <p:cNvPr id="2" name="Foliennummernplatzhalter 1">
            <a:extLst>
              <a:ext uri="{FF2B5EF4-FFF2-40B4-BE49-F238E27FC236}">
                <a16:creationId xmlns:a16="http://schemas.microsoft.com/office/drawing/2014/main" id="{5FFC9F47-BE41-4C90-A11E-32BDE1ABC955}"/>
              </a:ext>
            </a:extLst>
          </p:cNvPr>
          <p:cNvSpPr>
            <a:spLocks noGrp="1"/>
          </p:cNvSpPr>
          <p:nvPr>
            <p:ph type="sldNum" sz="quarter" idx="30"/>
          </p:nvPr>
        </p:nvSpPr>
        <p:spPr/>
        <p:txBody>
          <a:bodyPr/>
          <a:lstStyle/>
          <a:p>
            <a:fld id="{D29D5D5B-1E8F-47C0-A83E-FCAC38D52D33}" type="slidenum">
              <a:rPr lang="de-DE" smtClean="0"/>
              <a:pPr/>
              <a:t>‹#›</a:t>
            </a:fld>
            <a:endParaRPr lang="de-DE"/>
          </a:p>
        </p:txBody>
      </p:sp>
    </p:spTree>
    <p:extLst>
      <p:ext uri="{BB962C8B-B14F-4D97-AF65-F5344CB8AC3E}">
        <p14:creationId xmlns:p14="http://schemas.microsoft.com/office/powerpoint/2010/main" val="21961280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4">
    <p:spTree>
      <p:nvGrpSpPr>
        <p:cNvPr id="1" name=""/>
        <p:cNvGrpSpPr/>
        <p:nvPr/>
      </p:nvGrpSpPr>
      <p:grpSpPr>
        <a:xfrm>
          <a:off x="0" y="0"/>
          <a:ext cx="0" cy="0"/>
          <a:chOff x="0" y="0"/>
          <a:chExt cx="0" cy="0"/>
        </a:xfrm>
      </p:grpSpPr>
      <p:sp>
        <p:nvSpPr>
          <p:cNvPr id="133" name="Textplatzhalter 5">
            <a:extLst>
              <a:ext uri="{FF2B5EF4-FFF2-40B4-BE49-F238E27FC236}">
                <a16:creationId xmlns:a16="http://schemas.microsoft.com/office/drawing/2014/main" id="{AC695273-FCC2-4781-9D0C-3F28F293A614}"/>
              </a:ext>
            </a:extLst>
          </p:cNvPr>
          <p:cNvSpPr>
            <a:spLocks noGrp="1" noChangeAspect="1"/>
          </p:cNvSpPr>
          <p:nvPr>
            <p:ph type="body" sz="quarter" idx="49" hasCustomPrompt="1"/>
          </p:nvPr>
        </p:nvSpPr>
        <p:spPr bwMode="gray">
          <a:xfrm>
            <a:off x="617536" y="1731601"/>
            <a:ext cx="2671200" cy="2311200"/>
          </a:xfrm>
          <a:ln>
            <a:solidFill>
              <a:schemeClr val="accent1"/>
            </a:solidFill>
          </a:ln>
        </p:spPr>
        <p:txBody>
          <a:bodyPr lIns="144000" tIns="1800000" rIns="144000" bIns="144000" anchor="t"/>
          <a:lstStyle>
            <a:lvl1pPr marL="0" indent="0" algn="ctr">
              <a:buNone/>
              <a:defRPr sz="1600">
                <a:solidFill>
                  <a:schemeClr val="accent1"/>
                </a:solidFill>
              </a:defRPr>
            </a:lvl1pPr>
          </a:lstStyle>
          <a:p>
            <a:pPr lvl="0"/>
            <a:r>
              <a:rPr lang="en-US" noProof="0"/>
              <a:t> </a:t>
            </a:r>
          </a:p>
        </p:txBody>
      </p:sp>
      <p:sp>
        <p:nvSpPr>
          <p:cNvPr id="134" name="Textplatzhalter 7">
            <a:extLst>
              <a:ext uri="{FF2B5EF4-FFF2-40B4-BE49-F238E27FC236}">
                <a16:creationId xmlns:a16="http://schemas.microsoft.com/office/drawing/2014/main" id="{F5224903-96DC-4C18-93AD-A6E4518FB075}"/>
              </a:ext>
            </a:extLst>
          </p:cNvPr>
          <p:cNvSpPr>
            <a:spLocks noGrp="1"/>
          </p:cNvSpPr>
          <p:nvPr>
            <p:ph type="body" sz="quarter" idx="50" hasCustomPrompt="1"/>
          </p:nvPr>
        </p:nvSpPr>
        <p:spPr bwMode="gray">
          <a:xfrm>
            <a:off x="622299" y="1731599"/>
            <a:ext cx="2671200" cy="1728000"/>
          </a:xfrm>
        </p:spPr>
        <p:txBody>
          <a:bodyPr lIns="144000" rIns="144000" anchor="b"/>
          <a:lstStyle>
            <a:lvl1pPr algn="ctr">
              <a:buNone/>
              <a:defRPr sz="3600" b="0">
                <a:solidFill>
                  <a:schemeClr val="accent1"/>
                </a:solidFill>
              </a:defRPr>
            </a:lvl1pPr>
          </a:lstStyle>
          <a:p>
            <a:pPr lvl="0"/>
            <a:r>
              <a:rPr lang="en-US" noProof="0"/>
              <a:t>XX</a:t>
            </a:r>
          </a:p>
        </p:txBody>
      </p:sp>
      <p:sp>
        <p:nvSpPr>
          <p:cNvPr id="12" name="Textplatzhalter 5">
            <a:extLst>
              <a:ext uri="{FF2B5EF4-FFF2-40B4-BE49-F238E27FC236}">
                <a16:creationId xmlns:a16="http://schemas.microsoft.com/office/drawing/2014/main" id="{A2D3ADB6-8BF7-452F-AC3A-F31396E5FEBC}"/>
              </a:ext>
            </a:extLst>
          </p:cNvPr>
          <p:cNvSpPr>
            <a:spLocks noGrp="1" noChangeAspect="1"/>
          </p:cNvSpPr>
          <p:nvPr>
            <p:ph type="body" sz="quarter" idx="52" hasCustomPrompt="1"/>
          </p:nvPr>
        </p:nvSpPr>
        <p:spPr bwMode="gray">
          <a:xfrm>
            <a:off x="3472891" y="1731601"/>
            <a:ext cx="2671200" cy="2311200"/>
          </a:xfrm>
          <a:solidFill>
            <a:schemeClr val="accent1"/>
          </a:solidFill>
          <a:ln>
            <a:solidFill>
              <a:schemeClr val="accent1"/>
            </a:solidFill>
          </a:ln>
        </p:spPr>
        <p:txBody>
          <a:bodyPr lIns="144000" tIns="144000" rIns="144000" bIns="144000" anchor="ctr"/>
          <a:lstStyle>
            <a:lvl1pPr marL="0" indent="0" algn="ctr">
              <a:buNone/>
              <a:defRPr sz="1600">
                <a:solidFill>
                  <a:schemeClr val="bg1"/>
                </a:solidFill>
              </a:defRPr>
            </a:lvl1pPr>
          </a:lstStyle>
          <a:p>
            <a:pPr lvl="0"/>
            <a:r>
              <a:rPr lang="en-US" noProof="0"/>
              <a:t>  </a:t>
            </a:r>
          </a:p>
        </p:txBody>
      </p:sp>
      <p:sp>
        <p:nvSpPr>
          <p:cNvPr id="14" name="Textplatzhalter 5">
            <a:extLst>
              <a:ext uri="{FF2B5EF4-FFF2-40B4-BE49-F238E27FC236}">
                <a16:creationId xmlns:a16="http://schemas.microsoft.com/office/drawing/2014/main" id="{1B08F06B-208A-4E0A-A896-AC7EBDD07296}"/>
              </a:ext>
            </a:extLst>
          </p:cNvPr>
          <p:cNvSpPr>
            <a:spLocks noGrp="1" noChangeAspect="1"/>
          </p:cNvSpPr>
          <p:nvPr>
            <p:ph type="body" sz="quarter" idx="54" hasCustomPrompt="1"/>
          </p:nvPr>
        </p:nvSpPr>
        <p:spPr bwMode="gray">
          <a:xfrm>
            <a:off x="6328246" y="1731601"/>
            <a:ext cx="2671200" cy="2311200"/>
          </a:xfrm>
          <a:ln>
            <a:solidFill>
              <a:schemeClr val="accent1"/>
            </a:solidFill>
          </a:ln>
        </p:spPr>
        <p:txBody>
          <a:bodyPr lIns="144000" tIns="1800000" rIns="144000" bIns="144000" anchor="t"/>
          <a:lstStyle>
            <a:lvl1pPr marL="0" indent="0" algn="ctr">
              <a:buNone/>
              <a:defRPr sz="1600">
                <a:solidFill>
                  <a:schemeClr val="accent1"/>
                </a:solidFill>
              </a:defRPr>
            </a:lvl1pPr>
          </a:lstStyle>
          <a:p>
            <a:pPr lvl="0"/>
            <a:r>
              <a:rPr lang="en-US" noProof="0"/>
              <a:t> </a:t>
            </a:r>
          </a:p>
        </p:txBody>
      </p:sp>
      <p:sp>
        <p:nvSpPr>
          <p:cNvPr id="15" name="Textplatzhalter 7">
            <a:extLst>
              <a:ext uri="{FF2B5EF4-FFF2-40B4-BE49-F238E27FC236}">
                <a16:creationId xmlns:a16="http://schemas.microsoft.com/office/drawing/2014/main" id="{21965415-891C-4A20-BF01-C4DC9F1421D0}"/>
              </a:ext>
            </a:extLst>
          </p:cNvPr>
          <p:cNvSpPr>
            <a:spLocks noGrp="1"/>
          </p:cNvSpPr>
          <p:nvPr>
            <p:ph type="body" sz="quarter" idx="55" hasCustomPrompt="1"/>
          </p:nvPr>
        </p:nvSpPr>
        <p:spPr bwMode="gray">
          <a:xfrm>
            <a:off x="6329833" y="1731599"/>
            <a:ext cx="2671200" cy="1728000"/>
          </a:xfrm>
        </p:spPr>
        <p:txBody>
          <a:bodyPr lIns="144000" rIns="144000" anchor="b"/>
          <a:lstStyle>
            <a:lvl1pPr algn="ctr">
              <a:buNone/>
              <a:defRPr sz="3600" b="0">
                <a:solidFill>
                  <a:schemeClr val="accent1"/>
                </a:solidFill>
              </a:defRPr>
            </a:lvl1pPr>
          </a:lstStyle>
          <a:p>
            <a:pPr lvl="0"/>
            <a:r>
              <a:rPr lang="en-US" noProof="0"/>
              <a:t>XX</a:t>
            </a:r>
          </a:p>
        </p:txBody>
      </p:sp>
      <p:sp>
        <p:nvSpPr>
          <p:cNvPr id="16" name="Textplatzhalter 5">
            <a:extLst>
              <a:ext uri="{FF2B5EF4-FFF2-40B4-BE49-F238E27FC236}">
                <a16:creationId xmlns:a16="http://schemas.microsoft.com/office/drawing/2014/main" id="{4B64CC89-EE8A-4341-B734-6CFC25120FC0}"/>
              </a:ext>
            </a:extLst>
          </p:cNvPr>
          <p:cNvSpPr>
            <a:spLocks noGrp="1" noChangeAspect="1"/>
          </p:cNvSpPr>
          <p:nvPr>
            <p:ph type="body" sz="quarter" idx="56" hasCustomPrompt="1"/>
          </p:nvPr>
        </p:nvSpPr>
        <p:spPr bwMode="gray">
          <a:xfrm>
            <a:off x="9183600" y="1731601"/>
            <a:ext cx="2671200" cy="2311200"/>
          </a:xfrm>
          <a:solidFill>
            <a:schemeClr val="accent1"/>
          </a:solidFill>
          <a:ln>
            <a:solidFill>
              <a:schemeClr val="accent1"/>
            </a:solidFill>
          </a:ln>
        </p:spPr>
        <p:txBody>
          <a:bodyPr lIns="144000" tIns="144000" rIns="144000" bIns="144000" anchor="ctr"/>
          <a:lstStyle>
            <a:lvl1pPr marL="0" indent="0" algn="ctr">
              <a:buNone/>
              <a:defRPr sz="1600">
                <a:solidFill>
                  <a:schemeClr val="bg1"/>
                </a:solidFill>
              </a:defRPr>
            </a:lvl1pPr>
          </a:lstStyle>
          <a:p>
            <a:pPr lvl="0"/>
            <a:r>
              <a:rPr lang="en-US" noProof="0"/>
              <a:t>  </a:t>
            </a:r>
          </a:p>
        </p:txBody>
      </p:sp>
      <p:sp>
        <p:nvSpPr>
          <p:cNvPr id="19" name="Textplatzhalter 5">
            <a:extLst>
              <a:ext uri="{FF2B5EF4-FFF2-40B4-BE49-F238E27FC236}">
                <a16:creationId xmlns:a16="http://schemas.microsoft.com/office/drawing/2014/main" id="{C91EF8FC-701D-491E-A8FE-E08B3158EA77}"/>
              </a:ext>
            </a:extLst>
          </p:cNvPr>
          <p:cNvSpPr>
            <a:spLocks noGrp="1" noChangeAspect="1"/>
          </p:cNvSpPr>
          <p:nvPr>
            <p:ph type="body" sz="quarter" idx="58" hasCustomPrompt="1"/>
          </p:nvPr>
        </p:nvSpPr>
        <p:spPr bwMode="gray">
          <a:xfrm>
            <a:off x="617536" y="4219201"/>
            <a:ext cx="2671200" cy="2311200"/>
          </a:xfrm>
          <a:solidFill>
            <a:schemeClr val="accent1"/>
          </a:solidFill>
          <a:ln>
            <a:solidFill>
              <a:schemeClr val="accent1"/>
            </a:solidFill>
          </a:ln>
        </p:spPr>
        <p:txBody>
          <a:bodyPr lIns="144000" tIns="144000" rIns="144000" bIns="144000" anchor="ctr"/>
          <a:lstStyle>
            <a:lvl1pPr marL="0" indent="0" algn="ctr">
              <a:buNone/>
              <a:defRPr sz="1600">
                <a:solidFill>
                  <a:schemeClr val="bg1"/>
                </a:solidFill>
              </a:defRPr>
            </a:lvl1pPr>
          </a:lstStyle>
          <a:p>
            <a:pPr lvl="0"/>
            <a:r>
              <a:rPr lang="en-US" noProof="0"/>
              <a:t>  </a:t>
            </a:r>
          </a:p>
        </p:txBody>
      </p:sp>
      <p:sp>
        <p:nvSpPr>
          <p:cNvPr id="21" name="Textplatzhalter 5">
            <a:extLst>
              <a:ext uri="{FF2B5EF4-FFF2-40B4-BE49-F238E27FC236}">
                <a16:creationId xmlns:a16="http://schemas.microsoft.com/office/drawing/2014/main" id="{A2987CCE-D829-4051-BB68-F73604871399}"/>
              </a:ext>
            </a:extLst>
          </p:cNvPr>
          <p:cNvSpPr>
            <a:spLocks noGrp="1" noChangeAspect="1"/>
          </p:cNvSpPr>
          <p:nvPr>
            <p:ph type="body" sz="quarter" idx="60" hasCustomPrompt="1"/>
          </p:nvPr>
        </p:nvSpPr>
        <p:spPr bwMode="gray">
          <a:xfrm>
            <a:off x="3472891" y="4219201"/>
            <a:ext cx="2671200" cy="2311200"/>
          </a:xfrm>
          <a:ln>
            <a:solidFill>
              <a:schemeClr val="accent1"/>
            </a:solidFill>
          </a:ln>
        </p:spPr>
        <p:txBody>
          <a:bodyPr lIns="144000" tIns="1800000" rIns="144000" bIns="144000" anchor="t"/>
          <a:lstStyle>
            <a:lvl1pPr marL="0" indent="0" algn="ctr">
              <a:buNone/>
              <a:defRPr sz="1600">
                <a:solidFill>
                  <a:schemeClr val="accent1"/>
                </a:solidFill>
              </a:defRPr>
            </a:lvl1pPr>
          </a:lstStyle>
          <a:p>
            <a:pPr lvl="0"/>
            <a:r>
              <a:rPr lang="en-US" noProof="0"/>
              <a:t> </a:t>
            </a:r>
          </a:p>
        </p:txBody>
      </p:sp>
      <p:sp>
        <p:nvSpPr>
          <p:cNvPr id="22" name="Textplatzhalter 7">
            <a:extLst>
              <a:ext uri="{FF2B5EF4-FFF2-40B4-BE49-F238E27FC236}">
                <a16:creationId xmlns:a16="http://schemas.microsoft.com/office/drawing/2014/main" id="{2ECC1F57-EBFA-4CEC-AF01-EB7344B6D570}"/>
              </a:ext>
            </a:extLst>
          </p:cNvPr>
          <p:cNvSpPr>
            <a:spLocks noGrp="1"/>
          </p:cNvSpPr>
          <p:nvPr>
            <p:ph type="body" sz="quarter" idx="61" hasCustomPrompt="1"/>
          </p:nvPr>
        </p:nvSpPr>
        <p:spPr bwMode="gray">
          <a:xfrm>
            <a:off x="3476066" y="4219199"/>
            <a:ext cx="2671200" cy="1728000"/>
          </a:xfrm>
        </p:spPr>
        <p:txBody>
          <a:bodyPr lIns="144000" rIns="144000" anchor="b"/>
          <a:lstStyle>
            <a:lvl1pPr algn="ctr">
              <a:buNone/>
              <a:defRPr sz="3600" b="0">
                <a:solidFill>
                  <a:schemeClr val="accent1"/>
                </a:solidFill>
              </a:defRPr>
            </a:lvl1pPr>
          </a:lstStyle>
          <a:p>
            <a:pPr lvl="0"/>
            <a:r>
              <a:rPr lang="en-US" noProof="0"/>
              <a:t>XX</a:t>
            </a:r>
          </a:p>
        </p:txBody>
      </p:sp>
      <p:sp>
        <p:nvSpPr>
          <p:cNvPr id="23" name="Textplatzhalter 5">
            <a:extLst>
              <a:ext uri="{FF2B5EF4-FFF2-40B4-BE49-F238E27FC236}">
                <a16:creationId xmlns:a16="http://schemas.microsoft.com/office/drawing/2014/main" id="{34556E5B-BBD1-4BA1-8BF1-DD25A57CC877}"/>
              </a:ext>
            </a:extLst>
          </p:cNvPr>
          <p:cNvSpPr>
            <a:spLocks noGrp="1" noChangeAspect="1"/>
          </p:cNvSpPr>
          <p:nvPr>
            <p:ph type="body" sz="quarter" idx="62" hasCustomPrompt="1"/>
          </p:nvPr>
        </p:nvSpPr>
        <p:spPr bwMode="gray">
          <a:xfrm>
            <a:off x="6328246" y="4219201"/>
            <a:ext cx="2671200" cy="2311200"/>
          </a:xfrm>
          <a:solidFill>
            <a:schemeClr val="accent1"/>
          </a:solidFill>
          <a:ln>
            <a:solidFill>
              <a:schemeClr val="accent1"/>
            </a:solidFill>
          </a:ln>
        </p:spPr>
        <p:txBody>
          <a:bodyPr lIns="144000" tIns="144000" rIns="144000" bIns="144000" anchor="ctr"/>
          <a:lstStyle>
            <a:lvl1pPr marL="0" indent="0" algn="ctr">
              <a:buNone/>
              <a:defRPr sz="1600">
                <a:solidFill>
                  <a:schemeClr val="bg1"/>
                </a:solidFill>
              </a:defRPr>
            </a:lvl1pPr>
          </a:lstStyle>
          <a:p>
            <a:pPr lvl="0"/>
            <a:r>
              <a:rPr lang="en-US" noProof="0"/>
              <a:t>  </a:t>
            </a:r>
          </a:p>
        </p:txBody>
      </p:sp>
      <p:sp>
        <p:nvSpPr>
          <p:cNvPr id="25" name="Textplatzhalter 5">
            <a:extLst>
              <a:ext uri="{FF2B5EF4-FFF2-40B4-BE49-F238E27FC236}">
                <a16:creationId xmlns:a16="http://schemas.microsoft.com/office/drawing/2014/main" id="{CFBA9DB2-BB49-47B0-9120-C7B6820FC1B7}"/>
              </a:ext>
            </a:extLst>
          </p:cNvPr>
          <p:cNvSpPr>
            <a:spLocks noGrp="1" noChangeAspect="1"/>
          </p:cNvSpPr>
          <p:nvPr>
            <p:ph type="body" sz="quarter" idx="64" hasCustomPrompt="1"/>
          </p:nvPr>
        </p:nvSpPr>
        <p:spPr bwMode="gray">
          <a:xfrm>
            <a:off x="9183600" y="4219201"/>
            <a:ext cx="2671200" cy="2311200"/>
          </a:xfrm>
          <a:ln>
            <a:solidFill>
              <a:schemeClr val="accent1"/>
            </a:solidFill>
          </a:ln>
        </p:spPr>
        <p:txBody>
          <a:bodyPr lIns="144000" tIns="1800000" rIns="144000" bIns="144000" anchor="t"/>
          <a:lstStyle>
            <a:lvl1pPr marL="0" indent="0" algn="ctr">
              <a:buNone/>
              <a:defRPr sz="1600">
                <a:solidFill>
                  <a:schemeClr val="accent1"/>
                </a:solidFill>
              </a:defRPr>
            </a:lvl1pPr>
          </a:lstStyle>
          <a:p>
            <a:pPr lvl="0"/>
            <a:r>
              <a:rPr lang="en-US" noProof="0"/>
              <a:t> </a:t>
            </a:r>
          </a:p>
        </p:txBody>
      </p:sp>
      <p:sp>
        <p:nvSpPr>
          <p:cNvPr id="26" name="Textplatzhalter 7">
            <a:extLst>
              <a:ext uri="{FF2B5EF4-FFF2-40B4-BE49-F238E27FC236}">
                <a16:creationId xmlns:a16="http://schemas.microsoft.com/office/drawing/2014/main" id="{0E45E4E5-87DB-481D-A95A-A71DAE52B8C9}"/>
              </a:ext>
            </a:extLst>
          </p:cNvPr>
          <p:cNvSpPr>
            <a:spLocks noGrp="1"/>
          </p:cNvSpPr>
          <p:nvPr>
            <p:ph type="body" sz="quarter" idx="65" hasCustomPrompt="1"/>
          </p:nvPr>
        </p:nvSpPr>
        <p:spPr bwMode="gray">
          <a:xfrm>
            <a:off x="9183600" y="4219199"/>
            <a:ext cx="2671200" cy="1728000"/>
          </a:xfrm>
        </p:spPr>
        <p:txBody>
          <a:bodyPr lIns="144000" rIns="144000" anchor="b"/>
          <a:lstStyle>
            <a:lvl1pPr algn="ctr">
              <a:buNone/>
              <a:defRPr sz="3600" b="0">
                <a:solidFill>
                  <a:schemeClr val="accent1"/>
                </a:solidFill>
              </a:defRPr>
            </a:lvl1pPr>
          </a:lstStyle>
          <a:p>
            <a:pPr lvl="0"/>
            <a:r>
              <a:rPr lang="en-US" noProof="0"/>
              <a:t>XX</a:t>
            </a:r>
          </a:p>
        </p:txBody>
      </p:sp>
      <p:sp>
        <p:nvSpPr>
          <p:cNvPr id="3" name="Titel 2">
            <a:extLst>
              <a:ext uri="{FF2B5EF4-FFF2-40B4-BE49-F238E27FC236}">
                <a16:creationId xmlns:a16="http://schemas.microsoft.com/office/drawing/2014/main" id="{BC4A9260-D692-42B0-B0ED-E1F941C7AFBC}"/>
              </a:ext>
            </a:extLst>
          </p:cNvPr>
          <p:cNvSpPr>
            <a:spLocks noGrp="1"/>
          </p:cNvSpPr>
          <p:nvPr>
            <p:ph type="title" hasCustomPrompt="1"/>
          </p:nvPr>
        </p:nvSpPr>
        <p:spPr/>
        <p:txBody>
          <a:bodyPr/>
          <a:lstStyle/>
          <a:p>
            <a:r>
              <a:rPr lang="en-US" noProof="0"/>
              <a:t>Enter your title here</a:t>
            </a:r>
          </a:p>
        </p:txBody>
      </p:sp>
      <p:sp>
        <p:nvSpPr>
          <p:cNvPr id="5" name="Textplatzhalter 4">
            <a:extLst>
              <a:ext uri="{FF2B5EF4-FFF2-40B4-BE49-F238E27FC236}">
                <a16:creationId xmlns:a16="http://schemas.microsoft.com/office/drawing/2014/main" id="{609CEE28-3AD5-4538-AD3C-67F72454F1ED}"/>
              </a:ext>
            </a:extLst>
          </p:cNvPr>
          <p:cNvSpPr>
            <a:spLocks noGrp="1"/>
          </p:cNvSpPr>
          <p:nvPr>
            <p:ph type="body" sz="quarter" idx="66" hasCustomPrompt="1"/>
          </p:nvPr>
        </p:nvSpPr>
        <p:spPr>
          <a:xfrm>
            <a:off x="617536" y="3502801"/>
            <a:ext cx="2671200" cy="540000"/>
          </a:xfrm>
        </p:spPr>
        <p:txBody>
          <a:bodyPr lIns="144000" rIns="144000"/>
          <a:lstStyle>
            <a:lvl1pPr algn="ctr">
              <a:buNone/>
              <a:defRPr sz="1600">
                <a:solidFill>
                  <a:schemeClr val="accent1"/>
                </a:solidFill>
              </a:defRPr>
            </a:lvl1pPr>
          </a:lstStyle>
          <a:p>
            <a:pPr lvl="0"/>
            <a:r>
              <a:rPr lang="en-US" noProof="0"/>
              <a:t>Enter your text here</a:t>
            </a:r>
          </a:p>
        </p:txBody>
      </p:sp>
      <p:sp>
        <p:nvSpPr>
          <p:cNvPr id="18" name="Textplatzhalter 4">
            <a:extLst>
              <a:ext uri="{FF2B5EF4-FFF2-40B4-BE49-F238E27FC236}">
                <a16:creationId xmlns:a16="http://schemas.microsoft.com/office/drawing/2014/main" id="{B1F178FB-7324-4185-93CE-A3EC00FBAB19}"/>
              </a:ext>
            </a:extLst>
          </p:cNvPr>
          <p:cNvSpPr>
            <a:spLocks noGrp="1"/>
          </p:cNvSpPr>
          <p:nvPr>
            <p:ph type="body" sz="quarter" idx="67" hasCustomPrompt="1"/>
          </p:nvPr>
        </p:nvSpPr>
        <p:spPr>
          <a:xfrm>
            <a:off x="6328246" y="3502801"/>
            <a:ext cx="2671200" cy="540000"/>
          </a:xfrm>
        </p:spPr>
        <p:txBody>
          <a:bodyPr lIns="144000" rIns="144000"/>
          <a:lstStyle>
            <a:lvl1pPr algn="ctr">
              <a:buNone/>
              <a:defRPr sz="1600">
                <a:solidFill>
                  <a:schemeClr val="accent1"/>
                </a:solidFill>
              </a:defRPr>
            </a:lvl1pPr>
          </a:lstStyle>
          <a:p>
            <a:pPr lvl="0"/>
            <a:r>
              <a:rPr lang="en-US" noProof="0"/>
              <a:t>Enter your text here</a:t>
            </a:r>
          </a:p>
        </p:txBody>
      </p:sp>
      <p:sp>
        <p:nvSpPr>
          <p:cNvPr id="20" name="Textplatzhalter 4">
            <a:extLst>
              <a:ext uri="{FF2B5EF4-FFF2-40B4-BE49-F238E27FC236}">
                <a16:creationId xmlns:a16="http://schemas.microsoft.com/office/drawing/2014/main" id="{A1D7925E-AEEB-4EEE-B44E-573D882CC31E}"/>
              </a:ext>
            </a:extLst>
          </p:cNvPr>
          <p:cNvSpPr>
            <a:spLocks noGrp="1"/>
          </p:cNvSpPr>
          <p:nvPr>
            <p:ph type="body" sz="quarter" idx="68" hasCustomPrompt="1"/>
          </p:nvPr>
        </p:nvSpPr>
        <p:spPr>
          <a:xfrm>
            <a:off x="3476066" y="5990401"/>
            <a:ext cx="2671200" cy="540000"/>
          </a:xfrm>
        </p:spPr>
        <p:txBody>
          <a:bodyPr lIns="144000" rIns="144000"/>
          <a:lstStyle>
            <a:lvl1pPr algn="ctr">
              <a:buNone/>
              <a:defRPr sz="1600">
                <a:solidFill>
                  <a:schemeClr val="accent1"/>
                </a:solidFill>
              </a:defRPr>
            </a:lvl1pPr>
          </a:lstStyle>
          <a:p>
            <a:pPr lvl="0"/>
            <a:r>
              <a:rPr lang="en-US" noProof="0"/>
              <a:t>Enter your text here</a:t>
            </a:r>
          </a:p>
        </p:txBody>
      </p:sp>
      <p:sp>
        <p:nvSpPr>
          <p:cNvPr id="24" name="Textplatzhalter 4">
            <a:extLst>
              <a:ext uri="{FF2B5EF4-FFF2-40B4-BE49-F238E27FC236}">
                <a16:creationId xmlns:a16="http://schemas.microsoft.com/office/drawing/2014/main" id="{89884231-2A97-4441-9B44-89E6FCA6369D}"/>
              </a:ext>
            </a:extLst>
          </p:cNvPr>
          <p:cNvSpPr>
            <a:spLocks noGrp="1"/>
          </p:cNvSpPr>
          <p:nvPr>
            <p:ph type="body" sz="quarter" idx="69" hasCustomPrompt="1"/>
          </p:nvPr>
        </p:nvSpPr>
        <p:spPr>
          <a:xfrm>
            <a:off x="9183600" y="5990401"/>
            <a:ext cx="2671200" cy="540000"/>
          </a:xfrm>
        </p:spPr>
        <p:txBody>
          <a:bodyPr lIns="144000" rIns="144000"/>
          <a:lstStyle>
            <a:lvl1pPr algn="ctr">
              <a:buNone/>
              <a:defRPr sz="1600">
                <a:solidFill>
                  <a:schemeClr val="accent1"/>
                </a:solidFill>
              </a:defRPr>
            </a:lvl1pPr>
          </a:lstStyle>
          <a:p>
            <a:pPr lvl="0"/>
            <a:r>
              <a:rPr lang="en-US" noProof="0"/>
              <a:t>Enter your text here</a:t>
            </a:r>
          </a:p>
        </p:txBody>
      </p:sp>
      <p:sp>
        <p:nvSpPr>
          <p:cNvPr id="28" name="Textplatzhalter 4">
            <a:extLst>
              <a:ext uri="{FF2B5EF4-FFF2-40B4-BE49-F238E27FC236}">
                <a16:creationId xmlns:a16="http://schemas.microsoft.com/office/drawing/2014/main" id="{A8001D83-FD5F-41A7-A4E0-12DD1F0C2814}"/>
              </a:ext>
            </a:extLst>
          </p:cNvPr>
          <p:cNvSpPr>
            <a:spLocks noGrp="1"/>
          </p:cNvSpPr>
          <p:nvPr>
            <p:ph type="body" sz="quarter" idx="70" hasCustomPrompt="1"/>
          </p:nvPr>
        </p:nvSpPr>
        <p:spPr>
          <a:xfrm>
            <a:off x="3472891" y="1987201"/>
            <a:ext cx="2671200" cy="1800000"/>
          </a:xfrm>
        </p:spPr>
        <p:txBody>
          <a:bodyPr lIns="144000" rIns="144000" anchor="ctr"/>
          <a:lstStyle>
            <a:lvl1pPr marL="0" indent="0" algn="ctr">
              <a:buNone/>
              <a:defRPr sz="1600">
                <a:solidFill>
                  <a:schemeClr val="bg1"/>
                </a:solidFill>
              </a:defRPr>
            </a:lvl1pPr>
          </a:lstStyle>
          <a:p>
            <a:pPr lvl="0"/>
            <a:r>
              <a:rPr lang="en-US" noProof="0"/>
              <a:t>Enter your text here</a:t>
            </a:r>
          </a:p>
        </p:txBody>
      </p:sp>
      <p:sp>
        <p:nvSpPr>
          <p:cNvPr id="29" name="Textplatzhalter 4">
            <a:extLst>
              <a:ext uri="{FF2B5EF4-FFF2-40B4-BE49-F238E27FC236}">
                <a16:creationId xmlns:a16="http://schemas.microsoft.com/office/drawing/2014/main" id="{A389B9F5-4A07-4832-A608-1FD684E2D362}"/>
              </a:ext>
            </a:extLst>
          </p:cNvPr>
          <p:cNvSpPr>
            <a:spLocks noGrp="1"/>
          </p:cNvSpPr>
          <p:nvPr>
            <p:ph type="body" sz="quarter" idx="71" hasCustomPrompt="1"/>
          </p:nvPr>
        </p:nvSpPr>
        <p:spPr>
          <a:xfrm>
            <a:off x="9183600" y="1987201"/>
            <a:ext cx="2671200" cy="1800000"/>
          </a:xfrm>
        </p:spPr>
        <p:txBody>
          <a:bodyPr lIns="144000" rIns="144000" anchor="ctr"/>
          <a:lstStyle>
            <a:lvl1pPr marL="0" indent="0" algn="ctr">
              <a:buNone/>
              <a:defRPr sz="1600">
                <a:solidFill>
                  <a:schemeClr val="bg1"/>
                </a:solidFill>
              </a:defRPr>
            </a:lvl1pPr>
          </a:lstStyle>
          <a:p>
            <a:pPr lvl="0"/>
            <a:r>
              <a:rPr lang="en-US" noProof="0"/>
              <a:t>Enter your text here</a:t>
            </a:r>
          </a:p>
        </p:txBody>
      </p:sp>
      <p:sp>
        <p:nvSpPr>
          <p:cNvPr id="30" name="Textplatzhalter 4">
            <a:extLst>
              <a:ext uri="{FF2B5EF4-FFF2-40B4-BE49-F238E27FC236}">
                <a16:creationId xmlns:a16="http://schemas.microsoft.com/office/drawing/2014/main" id="{64D6AB9F-6909-46EE-A889-0BE1F5DB236D}"/>
              </a:ext>
            </a:extLst>
          </p:cNvPr>
          <p:cNvSpPr>
            <a:spLocks noGrp="1"/>
          </p:cNvSpPr>
          <p:nvPr>
            <p:ph type="body" sz="quarter" idx="72" hasCustomPrompt="1"/>
          </p:nvPr>
        </p:nvSpPr>
        <p:spPr>
          <a:xfrm>
            <a:off x="617536" y="4474801"/>
            <a:ext cx="2671200" cy="1800000"/>
          </a:xfrm>
        </p:spPr>
        <p:txBody>
          <a:bodyPr lIns="144000" rIns="144000" anchor="ctr"/>
          <a:lstStyle>
            <a:lvl1pPr marL="0" indent="0" algn="ctr">
              <a:buNone/>
              <a:defRPr sz="1600">
                <a:solidFill>
                  <a:schemeClr val="bg1"/>
                </a:solidFill>
              </a:defRPr>
            </a:lvl1pPr>
          </a:lstStyle>
          <a:p>
            <a:pPr lvl="0"/>
            <a:r>
              <a:rPr lang="en-US" noProof="0"/>
              <a:t>Enter your text here</a:t>
            </a:r>
          </a:p>
        </p:txBody>
      </p:sp>
      <p:sp>
        <p:nvSpPr>
          <p:cNvPr id="31" name="Textplatzhalter 4">
            <a:extLst>
              <a:ext uri="{FF2B5EF4-FFF2-40B4-BE49-F238E27FC236}">
                <a16:creationId xmlns:a16="http://schemas.microsoft.com/office/drawing/2014/main" id="{07DD73AC-7B14-4DFE-88A9-AE14CB9E3FFB}"/>
              </a:ext>
            </a:extLst>
          </p:cNvPr>
          <p:cNvSpPr>
            <a:spLocks noGrp="1"/>
          </p:cNvSpPr>
          <p:nvPr>
            <p:ph type="body" sz="quarter" idx="73" hasCustomPrompt="1"/>
          </p:nvPr>
        </p:nvSpPr>
        <p:spPr>
          <a:xfrm>
            <a:off x="6328246" y="4474801"/>
            <a:ext cx="2671200" cy="1800000"/>
          </a:xfrm>
        </p:spPr>
        <p:txBody>
          <a:bodyPr lIns="144000" rIns="144000" anchor="ctr"/>
          <a:lstStyle>
            <a:lvl1pPr marL="0" indent="0" algn="ctr">
              <a:buNone/>
              <a:defRPr sz="1600">
                <a:solidFill>
                  <a:schemeClr val="bg1"/>
                </a:solidFill>
              </a:defRPr>
            </a:lvl1pPr>
          </a:lstStyle>
          <a:p>
            <a:pPr lvl="0"/>
            <a:r>
              <a:rPr lang="en-US" noProof="0"/>
              <a:t>Enter your text here</a:t>
            </a:r>
          </a:p>
        </p:txBody>
      </p:sp>
      <p:sp>
        <p:nvSpPr>
          <p:cNvPr id="2" name="Foliennummernplatzhalter 1">
            <a:extLst>
              <a:ext uri="{FF2B5EF4-FFF2-40B4-BE49-F238E27FC236}">
                <a16:creationId xmlns:a16="http://schemas.microsoft.com/office/drawing/2014/main" id="{DB06720E-E01F-427E-849B-EEC472B33AF2}"/>
              </a:ext>
            </a:extLst>
          </p:cNvPr>
          <p:cNvSpPr>
            <a:spLocks noGrp="1"/>
          </p:cNvSpPr>
          <p:nvPr>
            <p:ph type="sldNum" sz="quarter" idx="74"/>
          </p:nvPr>
        </p:nvSpPr>
        <p:spPr/>
        <p:txBody>
          <a:bodyPr/>
          <a:lstStyle/>
          <a:p>
            <a:fld id="{D29D5D5B-1E8F-47C0-A83E-FCAC38D52D33}" type="slidenum">
              <a:rPr lang="de-DE" smtClean="0"/>
              <a:pPr/>
              <a:t>‹#›</a:t>
            </a:fld>
            <a:endParaRPr lang="de-DE"/>
          </a:p>
        </p:txBody>
      </p:sp>
    </p:spTree>
    <p:extLst>
      <p:ext uri="{BB962C8B-B14F-4D97-AF65-F5344CB8AC3E}">
        <p14:creationId xmlns:p14="http://schemas.microsoft.com/office/powerpoint/2010/main" val="26119935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amp; IMAGE 1">
    <p:spTree>
      <p:nvGrpSpPr>
        <p:cNvPr id="1" name=""/>
        <p:cNvGrpSpPr/>
        <p:nvPr/>
      </p:nvGrpSpPr>
      <p:grpSpPr>
        <a:xfrm>
          <a:off x="0" y="0"/>
          <a:ext cx="0" cy="0"/>
          <a:chOff x="0" y="0"/>
          <a:chExt cx="0" cy="0"/>
        </a:xfrm>
      </p:grpSpPr>
      <p:sp>
        <p:nvSpPr>
          <p:cNvPr id="6" name="Picture">
            <a:extLst>
              <a:ext uri="{FF2B5EF4-FFF2-40B4-BE49-F238E27FC236}">
                <a16:creationId xmlns:a16="http://schemas.microsoft.com/office/drawing/2014/main" id="{B5EA5ACB-A2AB-447F-B50B-60C4DEF7783B}"/>
              </a:ext>
            </a:extLst>
          </p:cNvPr>
          <p:cNvSpPr>
            <a:spLocks noGrp="1" noChangeAspect="1"/>
          </p:cNvSpPr>
          <p:nvPr>
            <p:ph type="pic" sz="quarter" idx="12" hasCustomPrompt="1"/>
          </p:nvPr>
        </p:nvSpPr>
        <p:spPr bwMode="gray">
          <a:xfrm>
            <a:off x="4590771" y="1731600"/>
            <a:ext cx="7599642" cy="4802400"/>
          </a:xfrm>
          <a:noFill/>
        </p:spPr>
        <p:txBody>
          <a:bodyPr bIns="0" anchor="ctr"/>
          <a:lstStyle>
            <a:lvl1pPr algn="ctr">
              <a:buNone/>
              <a:defRPr>
                <a:solidFill>
                  <a:schemeClr val="bg1">
                    <a:lumMod val="85000"/>
                  </a:schemeClr>
                </a:solidFill>
              </a:defRPr>
            </a:lvl1pPr>
          </a:lstStyle>
          <a:p>
            <a:r>
              <a:rPr lang="en-US" noProof="0"/>
              <a:t>Click to add image</a:t>
            </a:r>
          </a:p>
        </p:txBody>
      </p:sp>
      <p:sp>
        <p:nvSpPr>
          <p:cNvPr id="4" name="Textplatzhalter 3">
            <a:extLst>
              <a:ext uri="{FF2B5EF4-FFF2-40B4-BE49-F238E27FC236}">
                <a16:creationId xmlns:a16="http://schemas.microsoft.com/office/drawing/2014/main" id="{052D2E7A-91B3-4F2B-A417-013DB8797D04}"/>
              </a:ext>
            </a:extLst>
          </p:cNvPr>
          <p:cNvSpPr>
            <a:spLocks noGrp="1"/>
          </p:cNvSpPr>
          <p:nvPr>
            <p:ph type="body" sz="quarter" idx="13" hasCustomPrompt="1"/>
          </p:nvPr>
        </p:nvSpPr>
        <p:spPr bwMode="gray">
          <a:xfrm>
            <a:off x="622964" y="1731600"/>
            <a:ext cx="3312000" cy="4802400"/>
          </a:xfrm>
        </p:spPr>
        <p:txBody>
          <a:bodyPr/>
          <a:lstStyle>
            <a:lvl2pPr>
              <a:defRPr/>
            </a:lvl2pPr>
            <a:lvl3pPr>
              <a:defRPr/>
            </a:lvl3pPr>
            <a:lvl4pPr>
              <a:defRPr/>
            </a:lvl4pPr>
            <a:lvl5pPr>
              <a:defRPr/>
            </a:lvl5pPr>
          </a:lstStyle>
          <a:p>
            <a:pPr lvl="0"/>
            <a:r>
              <a:rPr lang="en-US" noProof="0"/>
              <a:t>Enter your text or bullet points here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itel 2">
            <a:extLst>
              <a:ext uri="{FF2B5EF4-FFF2-40B4-BE49-F238E27FC236}">
                <a16:creationId xmlns:a16="http://schemas.microsoft.com/office/drawing/2014/main" id="{B8F005D3-2E68-4193-A6C6-2267352B7A38}"/>
              </a:ext>
            </a:extLst>
          </p:cNvPr>
          <p:cNvSpPr>
            <a:spLocks noGrp="1"/>
          </p:cNvSpPr>
          <p:nvPr>
            <p:ph type="title" hasCustomPrompt="1"/>
          </p:nvPr>
        </p:nvSpPr>
        <p:spPr/>
        <p:txBody>
          <a:bodyPr/>
          <a:lstStyle/>
          <a:p>
            <a:r>
              <a:rPr lang="en-US" noProof="0"/>
              <a:t>Enter your title here</a:t>
            </a:r>
          </a:p>
        </p:txBody>
      </p:sp>
      <p:sp>
        <p:nvSpPr>
          <p:cNvPr id="2" name="Foliennummernplatzhalter 1">
            <a:extLst>
              <a:ext uri="{FF2B5EF4-FFF2-40B4-BE49-F238E27FC236}">
                <a16:creationId xmlns:a16="http://schemas.microsoft.com/office/drawing/2014/main" id="{983C3B90-9E1D-4318-8889-159647DCA9F5}"/>
              </a:ext>
            </a:extLst>
          </p:cNvPr>
          <p:cNvSpPr>
            <a:spLocks noGrp="1"/>
          </p:cNvSpPr>
          <p:nvPr>
            <p:ph type="sldNum" sz="quarter" idx="14"/>
          </p:nvPr>
        </p:nvSpPr>
        <p:spPr/>
        <p:txBody>
          <a:bodyPr/>
          <a:lstStyle/>
          <a:p>
            <a:fld id="{D29D5D5B-1E8F-47C0-A83E-FCAC38D52D33}" type="slidenum">
              <a:rPr lang="de-DE" smtClean="0"/>
              <a:pPr/>
              <a:t>‹#›</a:t>
            </a:fld>
            <a:endParaRPr lang="de-DE"/>
          </a:p>
        </p:txBody>
      </p:sp>
    </p:spTree>
    <p:extLst>
      <p:ext uri="{BB962C8B-B14F-4D97-AF65-F5344CB8AC3E}">
        <p14:creationId xmlns:p14="http://schemas.microsoft.com/office/powerpoint/2010/main" val="22865225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amp; IMAGE 2">
    <p:spTree>
      <p:nvGrpSpPr>
        <p:cNvPr id="1" name=""/>
        <p:cNvGrpSpPr/>
        <p:nvPr/>
      </p:nvGrpSpPr>
      <p:grpSpPr>
        <a:xfrm>
          <a:off x="0" y="0"/>
          <a:ext cx="0" cy="0"/>
          <a:chOff x="0" y="0"/>
          <a:chExt cx="0" cy="0"/>
        </a:xfrm>
      </p:grpSpPr>
      <p:sp>
        <p:nvSpPr>
          <p:cNvPr id="4" name="Subtitle">
            <a:extLst>
              <a:ext uri="{FF2B5EF4-FFF2-40B4-BE49-F238E27FC236}">
                <a16:creationId xmlns:a16="http://schemas.microsoft.com/office/drawing/2014/main" id="{D71B9202-6994-4A3E-82E7-6B7BABBA411C}"/>
              </a:ext>
            </a:extLst>
          </p:cNvPr>
          <p:cNvSpPr>
            <a:spLocks noGrp="1"/>
          </p:cNvSpPr>
          <p:nvPr>
            <p:ph type="body" sz="quarter" idx="10" hasCustomPrompt="1"/>
          </p:nvPr>
        </p:nvSpPr>
        <p:spPr bwMode="gray">
          <a:xfrm>
            <a:off x="622964" y="1731600"/>
            <a:ext cx="5256000" cy="625838"/>
          </a:xfrm>
        </p:spPr>
        <p:txBody>
          <a:bodyPr/>
          <a:lstStyle>
            <a:lvl1pPr marL="0" indent="0">
              <a:buNone/>
              <a:defRPr sz="1800" b="1"/>
            </a:lvl1pPr>
          </a:lstStyle>
          <a:p>
            <a:pPr lvl="0"/>
            <a:r>
              <a:rPr lang="en-US" noProof="0"/>
              <a:t>Enter your subtitle here</a:t>
            </a:r>
            <a:br>
              <a:rPr lang="en-US" noProof="0"/>
            </a:br>
            <a:endParaRPr lang="en-US" noProof="0"/>
          </a:p>
        </p:txBody>
      </p:sp>
      <p:sp>
        <p:nvSpPr>
          <p:cNvPr id="11" name="Bildplatzhalter 10">
            <a:extLst>
              <a:ext uri="{FF2B5EF4-FFF2-40B4-BE49-F238E27FC236}">
                <a16:creationId xmlns:a16="http://schemas.microsoft.com/office/drawing/2014/main" id="{6E037F7A-05BF-48C6-B091-45BF3D5A3C10}"/>
              </a:ext>
            </a:extLst>
          </p:cNvPr>
          <p:cNvSpPr>
            <a:spLocks noGrp="1"/>
          </p:cNvSpPr>
          <p:nvPr>
            <p:ph type="pic" sz="quarter" idx="12" hasCustomPrompt="1"/>
          </p:nvPr>
        </p:nvSpPr>
        <p:spPr bwMode="gray">
          <a:xfrm>
            <a:off x="6598300" y="0"/>
            <a:ext cx="5592113" cy="6858000"/>
          </a:xfrm>
          <a:custGeom>
            <a:avLst/>
            <a:gdLst>
              <a:gd name="connsiteX0" fmla="*/ 0 w 5592113"/>
              <a:gd name="connsiteY0" fmla="*/ 0 h 6858000"/>
              <a:gd name="connsiteX1" fmla="*/ 4080111 w 5592113"/>
              <a:gd name="connsiteY1" fmla="*/ 0 h 6858000"/>
              <a:gd name="connsiteX2" fmla="*/ 4080111 w 5592113"/>
              <a:gd name="connsiteY2" fmla="*/ 781200 h 6858000"/>
              <a:gd name="connsiteX3" fmla="*/ 5268111 w 5592113"/>
              <a:gd name="connsiteY3" fmla="*/ 781200 h 6858000"/>
              <a:gd name="connsiteX4" fmla="*/ 5268111 w 5592113"/>
              <a:gd name="connsiteY4" fmla="*/ 0 h 6858000"/>
              <a:gd name="connsiteX5" fmla="*/ 5592113 w 5592113"/>
              <a:gd name="connsiteY5" fmla="*/ 0 h 6858000"/>
              <a:gd name="connsiteX6" fmla="*/ 5592113 w 5592113"/>
              <a:gd name="connsiteY6" fmla="*/ 6858000 h 6858000"/>
              <a:gd name="connsiteX7" fmla="*/ 0 w 5592113"/>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592113" h="6858000">
                <a:moveTo>
                  <a:pt x="0" y="0"/>
                </a:moveTo>
                <a:lnTo>
                  <a:pt x="4080111" y="0"/>
                </a:lnTo>
                <a:lnTo>
                  <a:pt x="4080111" y="781200"/>
                </a:lnTo>
                <a:lnTo>
                  <a:pt x="5268111" y="781200"/>
                </a:lnTo>
                <a:lnTo>
                  <a:pt x="5268111" y="0"/>
                </a:lnTo>
                <a:lnTo>
                  <a:pt x="5592113" y="0"/>
                </a:lnTo>
                <a:lnTo>
                  <a:pt x="5592113" y="6858000"/>
                </a:lnTo>
                <a:lnTo>
                  <a:pt x="0" y="6858000"/>
                </a:lnTo>
                <a:close/>
              </a:path>
            </a:pathLst>
          </a:custGeom>
          <a:noFill/>
        </p:spPr>
        <p:txBody>
          <a:bodyPr wrap="square" bIns="0" anchor="ctr">
            <a:noAutofit/>
          </a:bodyPr>
          <a:lstStyle>
            <a:lvl1pPr marL="324000" marR="0" indent="-324000" algn="ctr" defTabSz="914400" rtl="0" eaLnBrk="1" fontAlgn="auto" latinLnBrk="0" hangingPunct="1">
              <a:lnSpc>
                <a:spcPct val="90000"/>
              </a:lnSpc>
              <a:spcBef>
                <a:spcPts val="0"/>
              </a:spcBef>
              <a:spcAft>
                <a:spcPts val="1200"/>
              </a:spcAft>
              <a:buClr>
                <a:schemeClr val="accent1"/>
              </a:buClr>
              <a:buSzPct val="70000"/>
              <a:buFont typeface="Wingdings" panose="05000000000000000000" pitchFamily="2" charset="2"/>
              <a:buNone/>
              <a:tabLst/>
              <a:defRPr>
                <a:solidFill>
                  <a:schemeClr val="bg1">
                    <a:lumMod val="85000"/>
                  </a:schemeClr>
                </a:solidFill>
              </a:defRPr>
            </a:lvl1pPr>
          </a:lstStyle>
          <a:p>
            <a:pPr marL="324000" marR="0" lvl="0" indent="-324000" algn="ctr" defTabSz="914400" rtl="0" eaLnBrk="1" fontAlgn="auto" latinLnBrk="0" hangingPunct="1">
              <a:lnSpc>
                <a:spcPct val="90000"/>
              </a:lnSpc>
              <a:spcBef>
                <a:spcPts val="0"/>
              </a:spcBef>
              <a:spcAft>
                <a:spcPts val="1200"/>
              </a:spcAft>
              <a:buClr>
                <a:schemeClr val="accent1"/>
              </a:buClr>
              <a:buSzPct val="70000"/>
              <a:buFont typeface="Wingdings" panose="05000000000000000000" pitchFamily="2" charset="2"/>
              <a:buNone/>
              <a:tabLst/>
              <a:defRPr/>
            </a:pPr>
            <a:r>
              <a:rPr lang="en-US" noProof="0"/>
              <a:t>Click to add image</a:t>
            </a:r>
          </a:p>
        </p:txBody>
      </p:sp>
      <p:sp>
        <p:nvSpPr>
          <p:cNvPr id="7" name="Textplatzhalter 3">
            <a:extLst>
              <a:ext uri="{FF2B5EF4-FFF2-40B4-BE49-F238E27FC236}">
                <a16:creationId xmlns:a16="http://schemas.microsoft.com/office/drawing/2014/main" id="{14A5A766-0967-4818-BD20-6E72CD23103A}"/>
              </a:ext>
            </a:extLst>
          </p:cNvPr>
          <p:cNvSpPr>
            <a:spLocks noGrp="1"/>
          </p:cNvSpPr>
          <p:nvPr>
            <p:ph type="body" sz="quarter" idx="14" hasCustomPrompt="1"/>
          </p:nvPr>
        </p:nvSpPr>
        <p:spPr bwMode="gray">
          <a:xfrm>
            <a:off x="622964" y="2358000"/>
            <a:ext cx="5256000" cy="4176000"/>
          </a:xfrm>
        </p:spPr>
        <p:txBody>
          <a:bodyPr/>
          <a:lstStyle>
            <a:lvl1pPr>
              <a:defRPr/>
            </a:lvl1pPr>
            <a:lvl2pPr>
              <a:defRPr/>
            </a:lvl2pPr>
          </a:lstStyle>
          <a:p>
            <a:pPr lvl="0"/>
            <a:r>
              <a:rPr lang="en-US" noProof="0"/>
              <a:t>Enter your text or bullet points here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itel 2">
            <a:extLst>
              <a:ext uri="{FF2B5EF4-FFF2-40B4-BE49-F238E27FC236}">
                <a16:creationId xmlns:a16="http://schemas.microsoft.com/office/drawing/2014/main" id="{5D97856E-7DCC-43B4-BD76-F98A1856D7AB}"/>
              </a:ext>
            </a:extLst>
          </p:cNvPr>
          <p:cNvSpPr>
            <a:spLocks noGrp="1"/>
          </p:cNvSpPr>
          <p:nvPr>
            <p:ph type="title" hasCustomPrompt="1"/>
          </p:nvPr>
        </p:nvSpPr>
        <p:spPr>
          <a:xfrm>
            <a:off x="622964" y="345600"/>
            <a:ext cx="5256000" cy="540000"/>
          </a:xfrm>
        </p:spPr>
        <p:txBody>
          <a:bodyPr/>
          <a:lstStyle/>
          <a:p>
            <a:r>
              <a:rPr lang="en-US" noProof="0"/>
              <a:t>Enter your title here</a:t>
            </a:r>
          </a:p>
        </p:txBody>
      </p:sp>
      <p:sp>
        <p:nvSpPr>
          <p:cNvPr id="2" name="Foliennummernplatzhalter 1">
            <a:extLst>
              <a:ext uri="{FF2B5EF4-FFF2-40B4-BE49-F238E27FC236}">
                <a16:creationId xmlns:a16="http://schemas.microsoft.com/office/drawing/2014/main" id="{E78A8193-0B0B-4CDF-B473-369ED112DED8}"/>
              </a:ext>
            </a:extLst>
          </p:cNvPr>
          <p:cNvSpPr>
            <a:spLocks noGrp="1"/>
          </p:cNvSpPr>
          <p:nvPr>
            <p:ph type="sldNum" sz="quarter" idx="15"/>
          </p:nvPr>
        </p:nvSpPr>
        <p:spPr/>
        <p:txBody>
          <a:bodyPr/>
          <a:lstStyle/>
          <a:p>
            <a:fld id="{D29D5D5B-1E8F-47C0-A83E-FCAC38D52D33}" type="slidenum">
              <a:rPr lang="de-DE" smtClean="0"/>
              <a:pPr/>
              <a:t>‹#›</a:t>
            </a:fld>
            <a:endParaRPr lang="de-DE"/>
          </a:p>
        </p:txBody>
      </p:sp>
    </p:spTree>
    <p:extLst>
      <p:ext uri="{BB962C8B-B14F-4D97-AF65-F5344CB8AC3E}">
        <p14:creationId xmlns:p14="http://schemas.microsoft.com/office/powerpoint/2010/main" val="3088506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amp; IMAGE 3">
    <p:spTree>
      <p:nvGrpSpPr>
        <p:cNvPr id="1" name=""/>
        <p:cNvGrpSpPr/>
        <p:nvPr/>
      </p:nvGrpSpPr>
      <p:grpSpPr>
        <a:xfrm>
          <a:off x="0" y="0"/>
          <a:ext cx="0" cy="0"/>
          <a:chOff x="0" y="0"/>
          <a:chExt cx="0" cy="0"/>
        </a:xfrm>
      </p:grpSpPr>
      <p:sp>
        <p:nvSpPr>
          <p:cNvPr id="9" name="Bildplatzhalter 8">
            <a:extLst>
              <a:ext uri="{FF2B5EF4-FFF2-40B4-BE49-F238E27FC236}">
                <a16:creationId xmlns:a16="http://schemas.microsoft.com/office/drawing/2014/main" id="{5F2CEC80-5FBB-43E1-8023-E419A8425B0A}"/>
              </a:ext>
            </a:extLst>
          </p:cNvPr>
          <p:cNvSpPr>
            <a:spLocks noGrp="1" noChangeAspect="1"/>
          </p:cNvSpPr>
          <p:nvPr>
            <p:ph type="pic" sz="quarter" idx="12" hasCustomPrompt="1"/>
          </p:nvPr>
        </p:nvSpPr>
        <p:spPr bwMode="gray">
          <a:xfrm>
            <a:off x="8615613" y="0"/>
            <a:ext cx="3574800" cy="6858000"/>
          </a:xfrm>
          <a:custGeom>
            <a:avLst/>
            <a:gdLst>
              <a:gd name="connsiteX0" fmla="*/ 0 w 3574800"/>
              <a:gd name="connsiteY0" fmla="*/ 0 h 6858000"/>
              <a:gd name="connsiteX1" fmla="*/ 2062798 w 3574800"/>
              <a:gd name="connsiteY1" fmla="*/ 0 h 6858000"/>
              <a:gd name="connsiteX2" fmla="*/ 2062798 w 3574800"/>
              <a:gd name="connsiteY2" fmla="*/ 781200 h 6858000"/>
              <a:gd name="connsiteX3" fmla="*/ 3250798 w 3574800"/>
              <a:gd name="connsiteY3" fmla="*/ 781200 h 6858000"/>
              <a:gd name="connsiteX4" fmla="*/ 3250798 w 3574800"/>
              <a:gd name="connsiteY4" fmla="*/ 0 h 6858000"/>
              <a:gd name="connsiteX5" fmla="*/ 3574800 w 3574800"/>
              <a:gd name="connsiteY5" fmla="*/ 0 h 6858000"/>
              <a:gd name="connsiteX6" fmla="*/ 3574800 w 3574800"/>
              <a:gd name="connsiteY6" fmla="*/ 6858000 h 6858000"/>
              <a:gd name="connsiteX7" fmla="*/ 0 w 35748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74800" h="6858000">
                <a:moveTo>
                  <a:pt x="0" y="0"/>
                </a:moveTo>
                <a:lnTo>
                  <a:pt x="2062798" y="0"/>
                </a:lnTo>
                <a:lnTo>
                  <a:pt x="2062798" y="781200"/>
                </a:lnTo>
                <a:lnTo>
                  <a:pt x="3250798" y="781200"/>
                </a:lnTo>
                <a:lnTo>
                  <a:pt x="3250798" y="0"/>
                </a:lnTo>
                <a:lnTo>
                  <a:pt x="3574800" y="0"/>
                </a:lnTo>
                <a:lnTo>
                  <a:pt x="3574800" y="6858000"/>
                </a:lnTo>
                <a:lnTo>
                  <a:pt x="0" y="6858000"/>
                </a:lnTo>
                <a:close/>
              </a:path>
            </a:pathLst>
          </a:custGeom>
          <a:noFill/>
        </p:spPr>
        <p:txBody>
          <a:bodyPr wrap="square" bIns="0" anchor="ctr">
            <a:noAutofit/>
          </a:bodyPr>
          <a:lstStyle>
            <a:lvl1pPr marL="324000" marR="0" indent="-324000" algn="ctr" defTabSz="914400" rtl="0" eaLnBrk="1" fontAlgn="auto" latinLnBrk="0" hangingPunct="1">
              <a:lnSpc>
                <a:spcPct val="90000"/>
              </a:lnSpc>
              <a:spcBef>
                <a:spcPts val="0"/>
              </a:spcBef>
              <a:spcAft>
                <a:spcPts val="1200"/>
              </a:spcAft>
              <a:buClr>
                <a:schemeClr val="accent1"/>
              </a:buClr>
              <a:buSzPct val="70000"/>
              <a:buFont typeface="Wingdings" panose="05000000000000000000" pitchFamily="2" charset="2"/>
              <a:buNone/>
              <a:tabLst/>
              <a:defRPr>
                <a:solidFill>
                  <a:schemeClr val="bg1">
                    <a:lumMod val="85000"/>
                  </a:schemeClr>
                </a:solidFill>
              </a:defRPr>
            </a:lvl1pPr>
          </a:lstStyle>
          <a:p>
            <a:pPr marL="324000" marR="0" lvl="0" indent="-324000" algn="ctr" defTabSz="914400" rtl="0" eaLnBrk="1" fontAlgn="auto" latinLnBrk="0" hangingPunct="1">
              <a:lnSpc>
                <a:spcPct val="90000"/>
              </a:lnSpc>
              <a:spcBef>
                <a:spcPts val="0"/>
              </a:spcBef>
              <a:spcAft>
                <a:spcPts val="1200"/>
              </a:spcAft>
              <a:buClr>
                <a:schemeClr val="accent1"/>
              </a:buClr>
              <a:buSzPct val="70000"/>
              <a:buFont typeface="Wingdings" panose="05000000000000000000" pitchFamily="2" charset="2"/>
              <a:buNone/>
              <a:tabLst/>
              <a:defRPr/>
            </a:pPr>
            <a:r>
              <a:rPr lang="en-US" noProof="0"/>
              <a:t>Click to add image</a:t>
            </a:r>
          </a:p>
        </p:txBody>
      </p:sp>
      <p:sp>
        <p:nvSpPr>
          <p:cNvPr id="4" name="Subtitle">
            <a:extLst>
              <a:ext uri="{FF2B5EF4-FFF2-40B4-BE49-F238E27FC236}">
                <a16:creationId xmlns:a16="http://schemas.microsoft.com/office/drawing/2014/main" id="{D71B9202-6994-4A3E-82E7-6B7BABBA411C}"/>
              </a:ext>
            </a:extLst>
          </p:cNvPr>
          <p:cNvSpPr>
            <a:spLocks noGrp="1"/>
          </p:cNvSpPr>
          <p:nvPr>
            <p:ph type="body" sz="quarter" idx="10" hasCustomPrompt="1"/>
          </p:nvPr>
        </p:nvSpPr>
        <p:spPr bwMode="gray">
          <a:xfrm>
            <a:off x="622964" y="1731600"/>
            <a:ext cx="7236000" cy="625838"/>
          </a:xfrm>
        </p:spPr>
        <p:txBody>
          <a:bodyPr/>
          <a:lstStyle>
            <a:lvl1pPr marL="0" indent="0">
              <a:buNone/>
              <a:defRPr sz="1800" b="1"/>
            </a:lvl1pPr>
          </a:lstStyle>
          <a:p>
            <a:pPr lvl="0"/>
            <a:r>
              <a:rPr lang="en-US" noProof="0"/>
              <a:t>Enter your subtitle here</a:t>
            </a:r>
            <a:br>
              <a:rPr lang="en-US" noProof="0"/>
            </a:br>
            <a:endParaRPr lang="en-US" noProof="0"/>
          </a:p>
        </p:txBody>
      </p:sp>
      <p:sp>
        <p:nvSpPr>
          <p:cNvPr id="8" name="Textplatzhalter 3">
            <a:extLst>
              <a:ext uri="{FF2B5EF4-FFF2-40B4-BE49-F238E27FC236}">
                <a16:creationId xmlns:a16="http://schemas.microsoft.com/office/drawing/2014/main" id="{6690B98A-A3FB-488E-8227-D8D1F292E844}"/>
              </a:ext>
            </a:extLst>
          </p:cNvPr>
          <p:cNvSpPr>
            <a:spLocks noGrp="1"/>
          </p:cNvSpPr>
          <p:nvPr>
            <p:ph type="body" sz="quarter" idx="15" hasCustomPrompt="1"/>
          </p:nvPr>
        </p:nvSpPr>
        <p:spPr bwMode="gray">
          <a:xfrm>
            <a:off x="622964" y="2358000"/>
            <a:ext cx="3240000" cy="4176000"/>
          </a:xfrm>
        </p:spPr>
        <p:txBody>
          <a:bodyPr/>
          <a:lstStyle>
            <a:lvl1pPr>
              <a:defRPr/>
            </a:lvl1pPr>
            <a:lvl2pPr>
              <a:defRPr/>
            </a:lvl2pPr>
          </a:lstStyle>
          <a:p>
            <a:pPr lvl="0"/>
            <a:r>
              <a:rPr lang="en-US" noProof="0"/>
              <a:t>Enter your text or bullet points here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 name="Textplatzhalter 3">
            <a:extLst>
              <a:ext uri="{FF2B5EF4-FFF2-40B4-BE49-F238E27FC236}">
                <a16:creationId xmlns:a16="http://schemas.microsoft.com/office/drawing/2014/main" id="{AD2BE51B-2789-4338-B78C-F4C5D3395409}"/>
              </a:ext>
            </a:extLst>
          </p:cNvPr>
          <p:cNvSpPr>
            <a:spLocks noGrp="1"/>
          </p:cNvSpPr>
          <p:nvPr>
            <p:ph type="body" sz="quarter" idx="16" hasCustomPrompt="1"/>
          </p:nvPr>
        </p:nvSpPr>
        <p:spPr bwMode="gray">
          <a:xfrm>
            <a:off x="4618964" y="2358000"/>
            <a:ext cx="3240000" cy="4176000"/>
          </a:xfrm>
        </p:spPr>
        <p:txBody>
          <a:bodyPr/>
          <a:lstStyle>
            <a:lvl1pPr>
              <a:defRPr/>
            </a:lvl1pPr>
            <a:lvl2pPr>
              <a:defRPr/>
            </a:lvl2pPr>
          </a:lstStyle>
          <a:p>
            <a:pPr lvl="0"/>
            <a:r>
              <a:rPr lang="en-US" noProof="0"/>
              <a:t>Enter your text or bullet points here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itel 2">
            <a:extLst>
              <a:ext uri="{FF2B5EF4-FFF2-40B4-BE49-F238E27FC236}">
                <a16:creationId xmlns:a16="http://schemas.microsoft.com/office/drawing/2014/main" id="{7EA3BD4E-C45A-4F05-9B19-BC0FBF19CEF6}"/>
              </a:ext>
            </a:extLst>
          </p:cNvPr>
          <p:cNvSpPr>
            <a:spLocks noGrp="1"/>
          </p:cNvSpPr>
          <p:nvPr>
            <p:ph type="title" hasCustomPrompt="1"/>
          </p:nvPr>
        </p:nvSpPr>
        <p:spPr>
          <a:xfrm>
            <a:off x="622964" y="345600"/>
            <a:ext cx="7236000" cy="540000"/>
          </a:xfrm>
        </p:spPr>
        <p:txBody>
          <a:bodyPr/>
          <a:lstStyle/>
          <a:p>
            <a:r>
              <a:rPr lang="en-US" noProof="0"/>
              <a:t>Enter your title here</a:t>
            </a:r>
          </a:p>
        </p:txBody>
      </p:sp>
      <p:sp>
        <p:nvSpPr>
          <p:cNvPr id="2" name="Foliennummernplatzhalter 1">
            <a:extLst>
              <a:ext uri="{FF2B5EF4-FFF2-40B4-BE49-F238E27FC236}">
                <a16:creationId xmlns:a16="http://schemas.microsoft.com/office/drawing/2014/main" id="{0E8DE6C1-14C8-4915-BD2B-4B4C3D41ABF9}"/>
              </a:ext>
            </a:extLst>
          </p:cNvPr>
          <p:cNvSpPr>
            <a:spLocks noGrp="1"/>
          </p:cNvSpPr>
          <p:nvPr>
            <p:ph type="sldNum" sz="quarter" idx="17"/>
          </p:nvPr>
        </p:nvSpPr>
        <p:spPr/>
        <p:txBody>
          <a:bodyPr/>
          <a:lstStyle/>
          <a:p>
            <a:fld id="{D29D5D5B-1E8F-47C0-A83E-FCAC38D52D33}" type="slidenum">
              <a:rPr lang="de-DE" smtClean="0"/>
              <a:pPr/>
              <a:t>‹#›</a:t>
            </a:fld>
            <a:endParaRPr lang="de-DE"/>
          </a:p>
        </p:txBody>
      </p:sp>
    </p:spTree>
    <p:extLst>
      <p:ext uri="{BB962C8B-B14F-4D97-AF65-F5344CB8AC3E}">
        <p14:creationId xmlns:p14="http://schemas.microsoft.com/office/powerpoint/2010/main" val="5874198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amp; IMAGE 4">
    <p:spTree>
      <p:nvGrpSpPr>
        <p:cNvPr id="1" name=""/>
        <p:cNvGrpSpPr/>
        <p:nvPr/>
      </p:nvGrpSpPr>
      <p:grpSpPr>
        <a:xfrm>
          <a:off x="0" y="0"/>
          <a:ext cx="0" cy="0"/>
          <a:chOff x="0" y="0"/>
          <a:chExt cx="0" cy="0"/>
        </a:xfrm>
      </p:grpSpPr>
      <p:sp>
        <p:nvSpPr>
          <p:cNvPr id="7" name="Subtitle">
            <a:extLst>
              <a:ext uri="{FF2B5EF4-FFF2-40B4-BE49-F238E27FC236}">
                <a16:creationId xmlns:a16="http://schemas.microsoft.com/office/drawing/2014/main" id="{A871B648-C337-470D-89A9-23BDFA23CC03}"/>
              </a:ext>
            </a:extLst>
          </p:cNvPr>
          <p:cNvSpPr>
            <a:spLocks noGrp="1"/>
          </p:cNvSpPr>
          <p:nvPr>
            <p:ph type="body" sz="quarter" idx="11" hasCustomPrompt="1"/>
          </p:nvPr>
        </p:nvSpPr>
        <p:spPr bwMode="gray">
          <a:xfrm>
            <a:off x="622300" y="1731600"/>
            <a:ext cx="11232000" cy="626550"/>
          </a:xfrm>
        </p:spPr>
        <p:txBody>
          <a:bodyPr/>
          <a:lstStyle>
            <a:lvl1pPr marL="0" indent="0">
              <a:buNone/>
              <a:defRPr sz="1800" b="1"/>
            </a:lvl1pPr>
          </a:lstStyle>
          <a:p>
            <a:pPr lvl="0"/>
            <a:r>
              <a:rPr lang="en-US" noProof="0"/>
              <a:t>Enter your subtitle here</a:t>
            </a:r>
            <a:br>
              <a:rPr lang="en-US" noProof="0"/>
            </a:br>
            <a:endParaRPr lang="en-US" noProof="0"/>
          </a:p>
        </p:txBody>
      </p:sp>
      <p:sp>
        <p:nvSpPr>
          <p:cNvPr id="6" name="Picture">
            <a:extLst>
              <a:ext uri="{FF2B5EF4-FFF2-40B4-BE49-F238E27FC236}">
                <a16:creationId xmlns:a16="http://schemas.microsoft.com/office/drawing/2014/main" id="{8E50D53C-DC52-4FA3-929B-36672093D3EC}"/>
              </a:ext>
            </a:extLst>
          </p:cNvPr>
          <p:cNvSpPr>
            <a:spLocks noGrp="1" noChangeAspect="1"/>
          </p:cNvSpPr>
          <p:nvPr>
            <p:ph type="pic" sz="quarter" idx="13" hasCustomPrompt="1"/>
          </p:nvPr>
        </p:nvSpPr>
        <p:spPr bwMode="gray">
          <a:xfrm>
            <a:off x="0" y="4158000"/>
            <a:ext cx="12190413" cy="2700000"/>
          </a:xfrm>
          <a:noFill/>
        </p:spPr>
        <p:txBody>
          <a:bodyPr bIns="0" anchor="ctr"/>
          <a:lstStyle>
            <a:lvl1pPr marL="324000" marR="0" indent="-324000" algn="ctr" defTabSz="914400" rtl="0" eaLnBrk="1" fontAlgn="auto" latinLnBrk="0" hangingPunct="1">
              <a:lnSpc>
                <a:spcPct val="90000"/>
              </a:lnSpc>
              <a:spcBef>
                <a:spcPts val="0"/>
              </a:spcBef>
              <a:spcAft>
                <a:spcPts val="1200"/>
              </a:spcAft>
              <a:buClr>
                <a:schemeClr val="accent1"/>
              </a:buClr>
              <a:buSzPct val="70000"/>
              <a:buFont typeface="Wingdings" panose="05000000000000000000" pitchFamily="2" charset="2"/>
              <a:buNone/>
              <a:tabLst/>
              <a:defRPr>
                <a:solidFill>
                  <a:schemeClr val="bg1">
                    <a:lumMod val="85000"/>
                  </a:schemeClr>
                </a:solidFill>
              </a:defRPr>
            </a:lvl1pPr>
          </a:lstStyle>
          <a:p>
            <a:pPr marL="324000" marR="0" lvl="0" indent="-324000" algn="ctr" defTabSz="914400" rtl="0" eaLnBrk="1" fontAlgn="auto" latinLnBrk="0" hangingPunct="1">
              <a:lnSpc>
                <a:spcPct val="90000"/>
              </a:lnSpc>
              <a:spcBef>
                <a:spcPts val="0"/>
              </a:spcBef>
              <a:spcAft>
                <a:spcPts val="1200"/>
              </a:spcAft>
              <a:buClr>
                <a:schemeClr val="accent1"/>
              </a:buClr>
              <a:buSzPct val="70000"/>
              <a:buFont typeface="Wingdings" panose="05000000000000000000" pitchFamily="2" charset="2"/>
              <a:buNone/>
              <a:tabLst/>
              <a:defRPr/>
            </a:pPr>
            <a:r>
              <a:rPr lang="en-US" noProof="0"/>
              <a:t>Click to add image</a:t>
            </a:r>
          </a:p>
        </p:txBody>
      </p:sp>
      <p:sp>
        <p:nvSpPr>
          <p:cNvPr id="8" name="Textplatzhalter 3">
            <a:extLst>
              <a:ext uri="{FF2B5EF4-FFF2-40B4-BE49-F238E27FC236}">
                <a16:creationId xmlns:a16="http://schemas.microsoft.com/office/drawing/2014/main" id="{D6286AC9-8475-4FC1-BC8E-26937D527B24}"/>
              </a:ext>
            </a:extLst>
          </p:cNvPr>
          <p:cNvSpPr>
            <a:spLocks noGrp="1"/>
          </p:cNvSpPr>
          <p:nvPr>
            <p:ph type="body" sz="quarter" idx="15" hasCustomPrompt="1"/>
          </p:nvPr>
        </p:nvSpPr>
        <p:spPr bwMode="gray">
          <a:xfrm>
            <a:off x="622300" y="2358000"/>
            <a:ext cx="5256000" cy="1548000"/>
          </a:xfrm>
        </p:spPr>
        <p:txBody>
          <a:bodyPr/>
          <a:lstStyle>
            <a:lvl1pPr>
              <a:defRPr/>
            </a:lvl1pPr>
            <a:lvl2pPr>
              <a:defRPr/>
            </a:lvl2pPr>
          </a:lstStyle>
          <a:p>
            <a:pPr lvl="0"/>
            <a:r>
              <a:rPr lang="en-US" noProof="0"/>
              <a:t>Enter your text or bullet points here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 name="Textplatzhalter 3">
            <a:extLst>
              <a:ext uri="{FF2B5EF4-FFF2-40B4-BE49-F238E27FC236}">
                <a16:creationId xmlns:a16="http://schemas.microsoft.com/office/drawing/2014/main" id="{0B59CABB-0163-45D9-9AC8-965594639435}"/>
              </a:ext>
            </a:extLst>
          </p:cNvPr>
          <p:cNvSpPr>
            <a:spLocks noGrp="1"/>
          </p:cNvSpPr>
          <p:nvPr>
            <p:ph type="body" sz="quarter" idx="16" hasCustomPrompt="1"/>
          </p:nvPr>
        </p:nvSpPr>
        <p:spPr bwMode="gray">
          <a:xfrm>
            <a:off x="6598300" y="2358000"/>
            <a:ext cx="5256000" cy="1548000"/>
          </a:xfrm>
        </p:spPr>
        <p:txBody>
          <a:bodyPr/>
          <a:lstStyle>
            <a:lvl1pPr>
              <a:defRPr/>
            </a:lvl1pPr>
            <a:lvl2pPr>
              <a:defRPr/>
            </a:lvl2pPr>
          </a:lstStyle>
          <a:p>
            <a:pPr lvl="0"/>
            <a:r>
              <a:rPr lang="en-US" noProof="0"/>
              <a:t>Enter your text or bullet points here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itel 2">
            <a:extLst>
              <a:ext uri="{FF2B5EF4-FFF2-40B4-BE49-F238E27FC236}">
                <a16:creationId xmlns:a16="http://schemas.microsoft.com/office/drawing/2014/main" id="{80662928-034F-4C23-8CF6-14A6F3D29FF6}"/>
              </a:ext>
            </a:extLst>
          </p:cNvPr>
          <p:cNvSpPr>
            <a:spLocks noGrp="1"/>
          </p:cNvSpPr>
          <p:nvPr>
            <p:ph type="title" hasCustomPrompt="1"/>
          </p:nvPr>
        </p:nvSpPr>
        <p:spPr/>
        <p:txBody>
          <a:bodyPr/>
          <a:lstStyle/>
          <a:p>
            <a:r>
              <a:rPr lang="en-US" noProof="0"/>
              <a:t>Enter your title here</a:t>
            </a:r>
          </a:p>
        </p:txBody>
      </p:sp>
    </p:spTree>
    <p:extLst>
      <p:ext uri="{BB962C8B-B14F-4D97-AF65-F5344CB8AC3E}">
        <p14:creationId xmlns:p14="http://schemas.microsoft.com/office/powerpoint/2010/main" val="22750752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AGE">
    <p:spTree>
      <p:nvGrpSpPr>
        <p:cNvPr id="1" name=""/>
        <p:cNvGrpSpPr/>
        <p:nvPr/>
      </p:nvGrpSpPr>
      <p:grpSpPr>
        <a:xfrm>
          <a:off x="0" y="0"/>
          <a:ext cx="0" cy="0"/>
          <a:chOff x="0" y="0"/>
          <a:chExt cx="0" cy="0"/>
        </a:xfrm>
      </p:grpSpPr>
      <p:sp>
        <p:nvSpPr>
          <p:cNvPr id="6" name="Picture">
            <a:extLst>
              <a:ext uri="{FF2B5EF4-FFF2-40B4-BE49-F238E27FC236}">
                <a16:creationId xmlns:a16="http://schemas.microsoft.com/office/drawing/2014/main" id="{B5EA5ACB-A2AB-447F-B50B-60C4DEF7783B}"/>
              </a:ext>
            </a:extLst>
          </p:cNvPr>
          <p:cNvSpPr>
            <a:spLocks noGrp="1" noChangeAspect="1"/>
          </p:cNvSpPr>
          <p:nvPr>
            <p:ph type="pic" sz="quarter" idx="12" hasCustomPrompt="1"/>
          </p:nvPr>
        </p:nvSpPr>
        <p:spPr bwMode="gray">
          <a:xfrm>
            <a:off x="-1394" y="1731600"/>
            <a:ext cx="12193200" cy="5126400"/>
          </a:xfrm>
          <a:noFill/>
        </p:spPr>
        <p:txBody>
          <a:bodyPr bIns="0" anchor="ctr"/>
          <a:lstStyle>
            <a:lvl1pPr algn="ctr">
              <a:buNone/>
              <a:defRPr>
                <a:solidFill>
                  <a:schemeClr val="bg1">
                    <a:lumMod val="85000"/>
                  </a:schemeClr>
                </a:solidFill>
              </a:defRPr>
            </a:lvl1pPr>
          </a:lstStyle>
          <a:p>
            <a:r>
              <a:rPr lang="en-US" noProof="0"/>
              <a:t>Click to add image</a:t>
            </a:r>
          </a:p>
        </p:txBody>
      </p:sp>
      <p:sp>
        <p:nvSpPr>
          <p:cNvPr id="3" name="Titel 2">
            <a:extLst>
              <a:ext uri="{FF2B5EF4-FFF2-40B4-BE49-F238E27FC236}">
                <a16:creationId xmlns:a16="http://schemas.microsoft.com/office/drawing/2014/main" id="{B8F005D3-2E68-4193-A6C6-2267352B7A38}"/>
              </a:ext>
            </a:extLst>
          </p:cNvPr>
          <p:cNvSpPr>
            <a:spLocks noGrp="1"/>
          </p:cNvSpPr>
          <p:nvPr>
            <p:ph type="title" hasCustomPrompt="1"/>
          </p:nvPr>
        </p:nvSpPr>
        <p:spPr/>
        <p:txBody>
          <a:bodyPr/>
          <a:lstStyle/>
          <a:p>
            <a:r>
              <a:rPr lang="en-US" noProof="0"/>
              <a:t>Enter your title here</a:t>
            </a:r>
          </a:p>
        </p:txBody>
      </p:sp>
    </p:spTree>
    <p:extLst>
      <p:ext uri="{BB962C8B-B14F-4D97-AF65-F5344CB8AC3E}">
        <p14:creationId xmlns:p14="http://schemas.microsoft.com/office/powerpoint/2010/main" val="32668526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IMAGE FULLSCREEN">
    <p:spTree>
      <p:nvGrpSpPr>
        <p:cNvPr id="1" name=""/>
        <p:cNvGrpSpPr/>
        <p:nvPr/>
      </p:nvGrpSpPr>
      <p:grpSpPr>
        <a:xfrm>
          <a:off x="0" y="0"/>
          <a:ext cx="0" cy="0"/>
          <a:chOff x="0" y="0"/>
          <a:chExt cx="0" cy="0"/>
        </a:xfrm>
      </p:grpSpPr>
      <p:sp>
        <p:nvSpPr>
          <p:cNvPr id="7" name="Bildplatzhalter 6">
            <a:extLst>
              <a:ext uri="{FF2B5EF4-FFF2-40B4-BE49-F238E27FC236}">
                <a16:creationId xmlns:a16="http://schemas.microsoft.com/office/drawing/2014/main" id="{39B95BE1-4D81-4C29-BB03-07AD7D496D04}"/>
              </a:ext>
            </a:extLst>
          </p:cNvPr>
          <p:cNvSpPr>
            <a:spLocks noGrp="1" noChangeAspect="1"/>
          </p:cNvSpPr>
          <p:nvPr>
            <p:ph type="pic" sz="quarter" idx="12" hasCustomPrompt="1"/>
          </p:nvPr>
        </p:nvSpPr>
        <p:spPr bwMode="gray">
          <a:xfrm>
            <a:off x="0" y="0"/>
            <a:ext cx="12190413" cy="6858000"/>
          </a:xfrm>
          <a:custGeom>
            <a:avLst/>
            <a:gdLst>
              <a:gd name="connsiteX0" fmla="*/ 0 w 12190413"/>
              <a:gd name="connsiteY0" fmla="*/ 0 h 6858000"/>
              <a:gd name="connsiteX1" fmla="*/ 10678411 w 12190413"/>
              <a:gd name="connsiteY1" fmla="*/ 0 h 6858000"/>
              <a:gd name="connsiteX2" fmla="*/ 10678411 w 12190413"/>
              <a:gd name="connsiteY2" fmla="*/ 781200 h 6858000"/>
              <a:gd name="connsiteX3" fmla="*/ 11866411 w 12190413"/>
              <a:gd name="connsiteY3" fmla="*/ 781200 h 6858000"/>
              <a:gd name="connsiteX4" fmla="*/ 11866411 w 12190413"/>
              <a:gd name="connsiteY4" fmla="*/ 0 h 6858000"/>
              <a:gd name="connsiteX5" fmla="*/ 12190413 w 12190413"/>
              <a:gd name="connsiteY5" fmla="*/ 0 h 6858000"/>
              <a:gd name="connsiteX6" fmla="*/ 12190413 w 12190413"/>
              <a:gd name="connsiteY6" fmla="*/ 6858000 h 6858000"/>
              <a:gd name="connsiteX7" fmla="*/ 0 w 12190413"/>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0413" h="6858000">
                <a:moveTo>
                  <a:pt x="0" y="0"/>
                </a:moveTo>
                <a:lnTo>
                  <a:pt x="10678411" y="0"/>
                </a:lnTo>
                <a:lnTo>
                  <a:pt x="10678411" y="781200"/>
                </a:lnTo>
                <a:lnTo>
                  <a:pt x="11866411" y="781200"/>
                </a:lnTo>
                <a:lnTo>
                  <a:pt x="11866411" y="0"/>
                </a:lnTo>
                <a:lnTo>
                  <a:pt x="12190413" y="0"/>
                </a:lnTo>
                <a:lnTo>
                  <a:pt x="12190413" y="6858000"/>
                </a:lnTo>
                <a:lnTo>
                  <a:pt x="0" y="6858000"/>
                </a:lnTo>
                <a:close/>
              </a:path>
            </a:pathLst>
          </a:custGeom>
          <a:noFill/>
        </p:spPr>
        <p:txBody>
          <a:bodyPr wrap="square" bIns="0" anchor="ctr">
            <a:noAutofit/>
          </a:bodyPr>
          <a:lstStyle>
            <a:lvl1pPr algn="ctr">
              <a:buNone/>
              <a:defRPr>
                <a:solidFill>
                  <a:schemeClr val="bg1">
                    <a:lumMod val="85000"/>
                  </a:schemeClr>
                </a:solidFill>
              </a:defRPr>
            </a:lvl1pPr>
          </a:lstStyle>
          <a:p>
            <a:r>
              <a:rPr lang="en-US" noProof="0"/>
              <a:t>Click to add image</a:t>
            </a:r>
          </a:p>
        </p:txBody>
      </p:sp>
    </p:spTree>
    <p:extLst>
      <p:ext uri="{BB962C8B-B14F-4D97-AF65-F5344CB8AC3E}">
        <p14:creationId xmlns:p14="http://schemas.microsoft.com/office/powerpoint/2010/main" val="13198772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QUOTE 1">
    <p:spTree>
      <p:nvGrpSpPr>
        <p:cNvPr id="1" name=""/>
        <p:cNvGrpSpPr/>
        <p:nvPr/>
      </p:nvGrpSpPr>
      <p:grpSpPr>
        <a:xfrm>
          <a:off x="0" y="0"/>
          <a:ext cx="0" cy="0"/>
          <a:chOff x="0" y="0"/>
          <a:chExt cx="0" cy="0"/>
        </a:xfrm>
      </p:grpSpPr>
      <p:sp>
        <p:nvSpPr>
          <p:cNvPr id="16" name="Bildplatzhalter 15">
            <a:extLst>
              <a:ext uri="{FF2B5EF4-FFF2-40B4-BE49-F238E27FC236}">
                <a16:creationId xmlns:a16="http://schemas.microsoft.com/office/drawing/2014/main" id="{5B911F29-8091-489C-AEF4-D61796A614D4}"/>
              </a:ext>
            </a:extLst>
          </p:cNvPr>
          <p:cNvSpPr>
            <a:spLocks noGrp="1" noChangeAspect="1"/>
          </p:cNvSpPr>
          <p:nvPr>
            <p:ph type="pic" sz="quarter" idx="12" hasCustomPrompt="1"/>
          </p:nvPr>
        </p:nvSpPr>
        <p:spPr bwMode="gray">
          <a:xfrm>
            <a:off x="6598300" y="0"/>
            <a:ext cx="5592113" cy="6858000"/>
          </a:xfrm>
          <a:custGeom>
            <a:avLst/>
            <a:gdLst>
              <a:gd name="connsiteX0" fmla="*/ 0 w 5592113"/>
              <a:gd name="connsiteY0" fmla="*/ 0 h 6858000"/>
              <a:gd name="connsiteX1" fmla="*/ 4080111 w 5592113"/>
              <a:gd name="connsiteY1" fmla="*/ 0 h 6858000"/>
              <a:gd name="connsiteX2" fmla="*/ 4080111 w 5592113"/>
              <a:gd name="connsiteY2" fmla="*/ 781200 h 6858000"/>
              <a:gd name="connsiteX3" fmla="*/ 5268111 w 5592113"/>
              <a:gd name="connsiteY3" fmla="*/ 781200 h 6858000"/>
              <a:gd name="connsiteX4" fmla="*/ 5268111 w 5592113"/>
              <a:gd name="connsiteY4" fmla="*/ 0 h 6858000"/>
              <a:gd name="connsiteX5" fmla="*/ 5592113 w 5592113"/>
              <a:gd name="connsiteY5" fmla="*/ 0 h 6858000"/>
              <a:gd name="connsiteX6" fmla="*/ 5592113 w 5592113"/>
              <a:gd name="connsiteY6" fmla="*/ 6858000 h 6858000"/>
              <a:gd name="connsiteX7" fmla="*/ 0 w 5592113"/>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592113" h="6858000">
                <a:moveTo>
                  <a:pt x="0" y="0"/>
                </a:moveTo>
                <a:lnTo>
                  <a:pt x="4080111" y="0"/>
                </a:lnTo>
                <a:lnTo>
                  <a:pt x="4080111" y="781200"/>
                </a:lnTo>
                <a:lnTo>
                  <a:pt x="5268111" y="781200"/>
                </a:lnTo>
                <a:lnTo>
                  <a:pt x="5268111" y="0"/>
                </a:lnTo>
                <a:lnTo>
                  <a:pt x="5592113" y="0"/>
                </a:lnTo>
                <a:lnTo>
                  <a:pt x="5592113" y="6858000"/>
                </a:lnTo>
                <a:lnTo>
                  <a:pt x="0" y="6858000"/>
                </a:lnTo>
                <a:close/>
              </a:path>
            </a:pathLst>
          </a:custGeom>
          <a:noFill/>
        </p:spPr>
        <p:txBody>
          <a:bodyPr wrap="square" bIns="0" anchor="ctr">
            <a:noAutofit/>
          </a:bodyPr>
          <a:lstStyle>
            <a:lvl1pPr algn="ctr">
              <a:buNone/>
              <a:defRPr>
                <a:solidFill>
                  <a:schemeClr val="bg1">
                    <a:lumMod val="85000"/>
                  </a:schemeClr>
                </a:solidFill>
              </a:defRPr>
            </a:lvl1pPr>
          </a:lstStyle>
          <a:p>
            <a:r>
              <a:rPr lang="en-US" noProof="0"/>
              <a:t>Click to add image</a:t>
            </a:r>
          </a:p>
        </p:txBody>
      </p:sp>
      <p:sp>
        <p:nvSpPr>
          <p:cNvPr id="3" name="Rechteck 2">
            <a:extLst>
              <a:ext uri="{FF2B5EF4-FFF2-40B4-BE49-F238E27FC236}">
                <a16:creationId xmlns:a16="http://schemas.microsoft.com/office/drawing/2014/main" id="{3960F860-89BB-4C9F-B03E-D6B38DED5356}"/>
              </a:ext>
            </a:extLst>
          </p:cNvPr>
          <p:cNvSpPr/>
          <p:nvPr userDrawn="1"/>
        </p:nvSpPr>
        <p:spPr bwMode="gray">
          <a:xfrm>
            <a:off x="0" y="0"/>
            <a:ext cx="622300" cy="1728788"/>
          </a:xfrm>
          <a:prstGeom prst="rect">
            <a:avLst/>
          </a:prstGeom>
          <a:solidFill>
            <a:schemeClr val="bg1"/>
          </a:solidFill>
          <a:ln w="9525">
            <a:no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285750" indent="-285750" algn="ctr">
              <a:lnSpc>
                <a:spcPct val="90000"/>
              </a:lnSpc>
              <a:spcAft>
                <a:spcPts val="1000"/>
              </a:spcAft>
              <a:buClr>
                <a:schemeClr val="accent1"/>
              </a:buClr>
              <a:buSzPct val="95000"/>
              <a:buFont typeface="Wingdings" panose="05000000000000000000" pitchFamily="2" charset="2"/>
              <a:buChar char=""/>
            </a:pPr>
            <a:endParaRPr lang="en-US" noProof="0">
              <a:solidFill>
                <a:schemeClr val="tx2"/>
              </a:solidFill>
            </a:endParaRPr>
          </a:p>
        </p:txBody>
      </p:sp>
      <p:sp>
        <p:nvSpPr>
          <p:cNvPr id="9" name="Grafik 11">
            <a:extLst>
              <a:ext uri="{FF2B5EF4-FFF2-40B4-BE49-F238E27FC236}">
                <a16:creationId xmlns:a16="http://schemas.microsoft.com/office/drawing/2014/main" id="{461A82EF-78BA-4EA7-BDC9-0815B5A5AE8B}"/>
              </a:ext>
            </a:extLst>
          </p:cNvPr>
          <p:cNvSpPr>
            <a:spLocks noChangeAspect="1"/>
          </p:cNvSpPr>
          <p:nvPr userDrawn="1"/>
        </p:nvSpPr>
        <p:spPr bwMode="gray">
          <a:xfrm>
            <a:off x="622964" y="1728788"/>
            <a:ext cx="685594" cy="538400"/>
          </a:xfrm>
          <a:custGeom>
            <a:avLst/>
            <a:gdLst>
              <a:gd name="connsiteX0" fmla="*/ 20209 w 685594"/>
              <a:gd name="connsiteY0" fmla="*/ 0 h 538400"/>
              <a:gd name="connsiteX1" fmla="*/ 268446 w 685594"/>
              <a:gd name="connsiteY1" fmla="*/ 0 h 538400"/>
              <a:gd name="connsiteX2" fmla="*/ 268446 w 685594"/>
              <a:gd name="connsiteY2" fmla="*/ 178562 h 538400"/>
              <a:gd name="connsiteX3" fmla="*/ 249746 w 685594"/>
              <a:gd name="connsiteY3" fmla="*/ 348377 h 538400"/>
              <a:gd name="connsiteX4" fmla="*/ 179467 w 685594"/>
              <a:gd name="connsiteY4" fmla="*/ 460280 h 538400"/>
              <a:gd name="connsiteX5" fmla="*/ 48260 w 685594"/>
              <a:gd name="connsiteY5" fmla="*/ 538401 h 538400"/>
              <a:gd name="connsiteX6" fmla="*/ 0 w 685594"/>
              <a:gd name="connsiteY6" fmla="*/ 434642 h 538400"/>
              <a:gd name="connsiteX7" fmla="*/ 106775 w 685594"/>
              <a:gd name="connsiteY7" fmla="*/ 365570 h 538400"/>
              <a:gd name="connsiteX8" fmla="*/ 140256 w 685594"/>
              <a:gd name="connsiteY8" fmla="*/ 247936 h 538400"/>
              <a:gd name="connsiteX9" fmla="*/ 20209 w 685594"/>
              <a:gd name="connsiteY9" fmla="*/ 247936 h 538400"/>
              <a:gd name="connsiteX10" fmla="*/ 20209 w 685594"/>
              <a:gd name="connsiteY10" fmla="*/ 0 h 538400"/>
              <a:gd name="connsiteX11" fmla="*/ 437357 w 685594"/>
              <a:gd name="connsiteY11" fmla="*/ 0 h 538400"/>
              <a:gd name="connsiteX12" fmla="*/ 685594 w 685594"/>
              <a:gd name="connsiteY12" fmla="*/ 0 h 538400"/>
              <a:gd name="connsiteX13" fmla="*/ 685594 w 685594"/>
              <a:gd name="connsiteY13" fmla="*/ 178562 h 538400"/>
              <a:gd name="connsiteX14" fmla="*/ 666592 w 685594"/>
              <a:gd name="connsiteY14" fmla="*/ 348377 h 538400"/>
              <a:gd name="connsiteX15" fmla="*/ 596011 w 685594"/>
              <a:gd name="connsiteY15" fmla="*/ 460280 h 538400"/>
              <a:gd name="connsiteX16" fmla="*/ 465709 w 685594"/>
              <a:gd name="connsiteY16" fmla="*/ 538401 h 538400"/>
              <a:gd name="connsiteX17" fmla="*/ 417148 w 685594"/>
              <a:gd name="connsiteY17" fmla="*/ 434943 h 538400"/>
              <a:gd name="connsiteX18" fmla="*/ 523621 w 685594"/>
              <a:gd name="connsiteY18" fmla="*/ 365871 h 538400"/>
              <a:gd name="connsiteX19" fmla="*/ 556800 w 685594"/>
              <a:gd name="connsiteY19" fmla="*/ 248237 h 538400"/>
              <a:gd name="connsiteX20" fmla="*/ 437357 w 685594"/>
              <a:gd name="connsiteY20" fmla="*/ 248237 h 538400"/>
              <a:gd name="connsiteX21" fmla="*/ 437357 w 685594"/>
              <a:gd name="connsiteY21" fmla="*/ 0 h 538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85594" h="538400">
                <a:moveTo>
                  <a:pt x="20209" y="0"/>
                </a:moveTo>
                <a:lnTo>
                  <a:pt x="268446" y="0"/>
                </a:lnTo>
                <a:lnTo>
                  <a:pt x="268446" y="178562"/>
                </a:lnTo>
                <a:cubicBezTo>
                  <a:pt x="268446" y="250349"/>
                  <a:pt x="262112" y="307054"/>
                  <a:pt x="249746" y="348377"/>
                </a:cubicBezTo>
                <a:cubicBezTo>
                  <a:pt x="237379" y="389700"/>
                  <a:pt x="213852" y="426799"/>
                  <a:pt x="179467" y="460280"/>
                </a:cubicBezTo>
                <a:cubicBezTo>
                  <a:pt x="145082" y="493459"/>
                  <a:pt x="101346" y="519700"/>
                  <a:pt x="48260" y="538401"/>
                </a:cubicBezTo>
                <a:lnTo>
                  <a:pt x="0" y="434642"/>
                </a:lnTo>
                <a:cubicBezTo>
                  <a:pt x="50070" y="418052"/>
                  <a:pt x="85662" y="395129"/>
                  <a:pt x="106775" y="365570"/>
                </a:cubicBezTo>
                <a:cubicBezTo>
                  <a:pt x="127889" y="336010"/>
                  <a:pt x="139049" y="296799"/>
                  <a:pt x="140256" y="247936"/>
                </a:cubicBezTo>
                <a:lnTo>
                  <a:pt x="20209" y="247936"/>
                </a:lnTo>
                <a:lnTo>
                  <a:pt x="20209" y="0"/>
                </a:lnTo>
                <a:close/>
                <a:moveTo>
                  <a:pt x="437357" y="0"/>
                </a:moveTo>
                <a:lnTo>
                  <a:pt x="685594" y="0"/>
                </a:lnTo>
                <a:lnTo>
                  <a:pt x="685594" y="178562"/>
                </a:lnTo>
                <a:cubicBezTo>
                  <a:pt x="685594" y="250349"/>
                  <a:pt x="679260" y="307054"/>
                  <a:pt x="666592" y="348377"/>
                </a:cubicBezTo>
                <a:cubicBezTo>
                  <a:pt x="653924" y="389700"/>
                  <a:pt x="630397" y="426799"/>
                  <a:pt x="596011" y="460280"/>
                </a:cubicBezTo>
                <a:cubicBezTo>
                  <a:pt x="561626" y="493459"/>
                  <a:pt x="518192" y="519700"/>
                  <a:pt x="465709" y="538401"/>
                </a:cubicBezTo>
                <a:lnTo>
                  <a:pt x="417148" y="434943"/>
                </a:lnTo>
                <a:cubicBezTo>
                  <a:pt x="466614" y="418354"/>
                  <a:pt x="502206" y="395430"/>
                  <a:pt x="523621" y="365871"/>
                </a:cubicBezTo>
                <a:cubicBezTo>
                  <a:pt x="545037" y="336312"/>
                  <a:pt x="556197" y="297101"/>
                  <a:pt x="556800" y="248237"/>
                </a:cubicBezTo>
                <a:lnTo>
                  <a:pt x="437357" y="248237"/>
                </a:lnTo>
                <a:lnTo>
                  <a:pt x="437357" y="0"/>
                </a:lnTo>
                <a:close/>
              </a:path>
            </a:pathLst>
          </a:custGeom>
          <a:solidFill>
            <a:srgbClr val="1A3682"/>
          </a:solidFill>
          <a:ln w="29817" cap="flat">
            <a:noFill/>
            <a:prstDash val="solid"/>
            <a:miter/>
          </a:ln>
        </p:spPr>
        <p:txBody>
          <a:bodyPr lIns="0" tIns="0" rIns="0" bIns="0" rtlCol="0" anchor="ctr"/>
          <a:lstStyle/>
          <a:p>
            <a:endParaRPr lang="en-US" noProof="0"/>
          </a:p>
        </p:txBody>
      </p:sp>
      <p:sp>
        <p:nvSpPr>
          <p:cNvPr id="12" name="Textplatzhalter 3">
            <a:extLst>
              <a:ext uri="{FF2B5EF4-FFF2-40B4-BE49-F238E27FC236}">
                <a16:creationId xmlns:a16="http://schemas.microsoft.com/office/drawing/2014/main" id="{6E0A1DD1-9218-4328-A006-3ABB2C9664F9}"/>
              </a:ext>
            </a:extLst>
          </p:cNvPr>
          <p:cNvSpPr>
            <a:spLocks noGrp="1"/>
          </p:cNvSpPr>
          <p:nvPr>
            <p:ph type="body" sz="quarter" idx="15" hasCustomPrompt="1"/>
          </p:nvPr>
        </p:nvSpPr>
        <p:spPr bwMode="gray">
          <a:xfrm>
            <a:off x="622300" y="2647433"/>
            <a:ext cx="4921200" cy="2822400"/>
          </a:xfrm>
        </p:spPr>
        <p:txBody>
          <a:bodyPr/>
          <a:lstStyle>
            <a:lvl1pPr marL="0" indent="0">
              <a:buNone/>
              <a:defRPr sz="1800" b="1">
                <a:solidFill>
                  <a:schemeClr val="accent1"/>
                </a:solidFill>
              </a:defRPr>
            </a:lvl1pPr>
            <a:lvl2pPr>
              <a:defRPr/>
            </a:lvl2pPr>
          </a:lstStyle>
          <a:p>
            <a:pPr lvl="0"/>
            <a:r>
              <a:rPr lang="en-US" noProof="0"/>
              <a:t>Enter your quote here</a:t>
            </a:r>
            <a:br>
              <a:rPr lang="en-US" noProof="0"/>
            </a:br>
            <a:endParaRPr lang="en-US" noProof="0"/>
          </a:p>
        </p:txBody>
      </p:sp>
      <p:sp>
        <p:nvSpPr>
          <p:cNvPr id="13" name="Textplatzhalter 3">
            <a:extLst>
              <a:ext uri="{FF2B5EF4-FFF2-40B4-BE49-F238E27FC236}">
                <a16:creationId xmlns:a16="http://schemas.microsoft.com/office/drawing/2014/main" id="{778E7D68-2ED2-44C1-A82A-3E2297D62FC3}"/>
              </a:ext>
            </a:extLst>
          </p:cNvPr>
          <p:cNvSpPr>
            <a:spLocks noGrp="1"/>
          </p:cNvSpPr>
          <p:nvPr>
            <p:ph type="body" sz="quarter" idx="16" hasCustomPrompt="1"/>
          </p:nvPr>
        </p:nvSpPr>
        <p:spPr bwMode="gray">
          <a:xfrm>
            <a:off x="622300" y="5576400"/>
            <a:ext cx="4921200" cy="468000"/>
          </a:xfrm>
        </p:spPr>
        <p:txBody>
          <a:bodyPr/>
          <a:lstStyle>
            <a:lvl1pPr marL="0" indent="0">
              <a:spcAft>
                <a:spcPts val="0"/>
              </a:spcAft>
              <a:buNone/>
              <a:defRPr sz="1600" b="0">
                <a:solidFill>
                  <a:schemeClr val="tx1"/>
                </a:solidFill>
              </a:defRPr>
            </a:lvl1pPr>
            <a:lvl2pPr>
              <a:defRPr/>
            </a:lvl2pPr>
          </a:lstStyle>
          <a:p>
            <a:pPr lvl="0"/>
            <a:r>
              <a:rPr lang="en-US" noProof="0"/>
              <a:t>Enter the name of the author here</a:t>
            </a:r>
          </a:p>
        </p:txBody>
      </p:sp>
      <p:sp>
        <p:nvSpPr>
          <p:cNvPr id="2" name="Foliennummernplatzhalter 1">
            <a:extLst>
              <a:ext uri="{FF2B5EF4-FFF2-40B4-BE49-F238E27FC236}">
                <a16:creationId xmlns:a16="http://schemas.microsoft.com/office/drawing/2014/main" id="{184BFBA8-B639-423A-B6AB-3225912A1288}"/>
              </a:ext>
            </a:extLst>
          </p:cNvPr>
          <p:cNvSpPr>
            <a:spLocks noGrp="1"/>
          </p:cNvSpPr>
          <p:nvPr>
            <p:ph type="sldNum" sz="quarter" idx="17"/>
          </p:nvPr>
        </p:nvSpPr>
        <p:spPr/>
        <p:txBody>
          <a:bodyPr/>
          <a:lstStyle/>
          <a:p>
            <a:fld id="{D29D5D5B-1E8F-47C0-A83E-FCAC38D52D33}" type="slidenum">
              <a:rPr lang="de-DE" smtClean="0"/>
              <a:pPr/>
              <a:t>‹#›</a:t>
            </a:fld>
            <a:endParaRPr lang="de-DE"/>
          </a:p>
        </p:txBody>
      </p:sp>
    </p:spTree>
    <p:extLst>
      <p:ext uri="{BB962C8B-B14F-4D97-AF65-F5344CB8AC3E}">
        <p14:creationId xmlns:p14="http://schemas.microsoft.com/office/powerpoint/2010/main" val="2757817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QUOTE 2">
    <p:spTree>
      <p:nvGrpSpPr>
        <p:cNvPr id="1" name=""/>
        <p:cNvGrpSpPr/>
        <p:nvPr/>
      </p:nvGrpSpPr>
      <p:grpSpPr>
        <a:xfrm>
          <a:off x="0" y="0"/>
          <a:ext cx="0" cy="0"/>
          <a:chOff x="0" y="0"/>
          <a:chExt cx="0" cy="0"/>
        </a:xfrm>
      </p:grpSpPr>
      <p:sp>
        <p:nvSpPr>
          <p:cNvPr id="22" name="Bildplatzhalter 21">
            <a:extLst>
              <a:ext uri="{FF2B5EF4-FFF2-40B4-BE49-F238E27FC236}">
                <a16:creationId xmlns:a16="http://schemas.microsoft.com/office/drawing/2014/main" id="{60EF72B3-98C9-4F83-BEB1-85AF9139CB87}"/>
              </a:ext>
            </a:extLst>
          </p:cNvPr>
          <p:cNvSpPr>
            <a:spLocks noGrp="1" noChangeAspect="1"/>
          </p:cNvSpPr>
          <p:nvPr>
            <p:ph type="pic" sz="quarter" idx="12" hasCustomPrompt="1"/>
          </p:nvPr>
        </p:nvSpPr>
        <p:spPr bwMode="gray">
          <a:xfrm>
            <a:off x="0" y="0"/>
            <a:ext cx="12190413" cy="6858000"/>
          </a:xfrm>
          <a:custGeom>
            <a:avLst/>
            <a:gdLst>
              <a:gd name="connsiteX0" fmla="*/ 0 w 12190413"/>
              <a:gd name="connsiteY0" fmla="*/ 0 h 6858000"/>
              <a:gd name="connsiteX1" fmla="*/ 10678411 w 12190413"/>
              <a:gd name="connsiteY1" fmla="*/ 0 h 6858000"/>
              <a:gd name="connsiteX2" fmla="*/ 10678411 w 12190413"/>
              <a:gd name="connsiteY2" fmla="*/ 781200 h 6858000"/>
              <a:gd name="connsiteX3" fmla="*/ 11866411 w 12190413"/>
              <a:gd name="connsiteY3" fmla="*/ 781200 h 6858000"/>
              <a:gd name="connsiteX4" fmla="*/ 11866411 w 12190413"/>
              <a:gd name="connsiteY4" fmla="*/ 0 h 6858000"/>
              <a:gd name="connsiteX5" fmla="*/ 12190413 w 12190413"/>
              <a:gd name="connsiteY5" fmla="*/ 0 h 6858000"/>
              <a:gd name="connsiteX6" fmla="*/ 12190413 w 12190413"/>
              <a:gd name="connsiteY6" fmla="*/ 6858000 h 6858000"/>
              <a:gd name="connsiteX7" fmla="*/ 0 w 12190413"/>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0413" h="6858000">
                <a:moveTo>
                  <a:pt x="0" y="0"/>
                </a:moveTo>
                <a:lnTo>
                  <a:pt x="10678411" y="0"/>
                </a:lnTo>
                <a:lnTo>
                  <a:pt x="10678411" y="781200"/>
                </a:lnTo>
                <a:lnTo>
                  <a:pt x="11866411" y="781200"/>
                </a:lnTo>
                <a:lnTo>
                  <a:pt x="11866411" y="0"/>
                </a:lnTo>
                <a:lnTo>
                  <a:pt x="12190413" y="0"/>
                </a:lnTo>
                <a:lnTo>
                  <a:pt x="12190413" y="6858000"/>
                </a:lnTo>
                <a:lnTo>
                  <a:pt x="0" y="6858000"/>
                </a:lnTo>
                <a:close/>
              </a:path>
            </a:pathLst>
          </a:custGeom>
          <a:blipFill>
            <a:blip r:embed="rId2"/>
            <a:stretch>
              <a:fillRect/>
            </a:stretch>
          </a:blipFill>
        </p:spPr>
        <p:txBody>
          <a:bodyPr wrap="square" bIns="0" anchor="ctr">
            <a:noAutofit/>
          </a:bodyPr>
          <a:lstStyle>
            <a:lvl1pPr algn="ctr">
              <a:buFontTx/>
              <a:buNone/>
              <a:defRPr>
                <a:noFill/>
              </a:defRPr>
            </a:lvl1pPr>
          </a:lstStyle>
          <a:p>
            <a:r>
              <a:rPr lang="en-US" noProof="0"/>
              <a:t> Picture</a:t>
            </a:r>
          </a:p>
        </p:txBody>
      </p:sp>
      <p:sp>
        <p:nvSpPr>
          <p:cNvPr id="20" name="Textplatzhalter 19">
            <a:extLst>
              <a:ext uri="{FF2B5EF4-FFF2-40B4-BE49-F238E27FC236}">
                <a16:creationId xmlns:a16="http://schemas.microsoft.com/office/drawing/2014/main" id="{58D4B60D-1F4B-49C9-9FA1-2C14ED178B72}"/>
              </a:ext>
            </a:extLst>
          </p:cNvPr>
          <p:cNvSpPr>
            <a:spLocks noGrp="1"/>
          </p:cNvSpPr>
          <p:nvPr>
            <p:ph type="body" sz="quarter" idx="18" hasCustomPrompt="1"/>
          </p:nvPr>
        </p:nvSpPr>
        <p:spPr bwMode="gray">
          <a:xfrm>
            <a:off x="0" y="784800"/>
            <a:ext cx="5544000" cy="5749200"/>
          </a:xfrm>
          <a:prstGeom prst="rect">
            <a:avLst/>
          </a:prstGeom>
          <a:solidFill>
            <a:schemeClr val="accent1">
              <a:alpha val="92000"/>
            </a:schemeClr>
          </a:solidFill>
        </p:spPr>
        <p:txBody>
          <a:bodyPr wrap="square">
            <a:noAutofit/>
          </a:bodyPr>
          <a:lstStyle>
            <a:lvl1pPr marL="0" indent="0">
              <a:buNone/>
              <a:defRPr/>
            </a:lvl1pPr>
          </a:lstStyle>
          <a:p>
            <a:pPr lvl="0"/>
            <a:r>
              <a:rPr lang="en-US" noProof="0"/>
              <a:t> </a:t>
            </a:r>
          </a:p>
        </p:txBody>
      </p:sp>
      <p:sp>
        <p:nvSpPr>
          <p:cNvPr id="21" name="Textplatzhalter 20">
            <a:extLst>
              <a:ext uri="{FF2B5EF4-FFF2-40B4-BE49-F238E27FC236}">
                <a16:creationId xmlns:a16="http://schemas.microsoft.com/office/drawing/2014/main" id="{A5D007F7-C7C8-44D2-8CCC-4852476FBBC6}"/>
              </a:ext>
            </a:extLst>
          </p:cNvPr>
          <p:cNvSpPr>
            <a:spLocks noGrp="1" noChangeAspect="1"/>
          </p:cNvSpPr>
          <p:nvPr>
            <p:ph type="body" sz="quarter" idx="19" hasCustomPrompt="1"/>
          </p:nvPr>
        </p:nvSpPr>
        <p:spPr bwMode="gray">
          <a:xfrm>
            <a:off x="622800" y="6465669"/>
            <a:ext cx="4921200" cy="68331"/>
          </a:xfrm>
          <a:prstGeom prst="rect">
            <a:avLst/>
          </a:prstGeom>
          <a:solidFill>
            <a:schemeClr val="accent3">
              <a:alpha val="92000"/>
            </a:schemeClr>
          </a:solidFill>
        </p:spPr>
        <p:txBody>
          <a:bodyPr wrap="square">
            <a:noAutofit/>
          </a:bodyPr>
          <a:lstStyle>
            <a:lvl1pPr>
              <a:buNone/>
              <a:defRPr/>
            </a:lvl1pPr>
          </a:lstStyle>
          <a:p>
            <a:pPr lvl="0"/>
            <a:r>
              <a:rPr lang="en-US" noProof="0"/>
              <a:t> </a:t>
            </a:r>
          </a:p>
        </p:txBody>
      </p:sp>
      <p:sp>
        <p:nvSpPr>
          <p:cNvPr id="12" name="Textplatzhalter 3">
            <a:extLst>
              <a:ext uri="{FF2B5EF4-FFF2-40B4-BE49-F238E27FC236}">
                <a16:creationId xmlns:a16="http://schemas.microsoft.com/office/drawing/2014/main" id="{FB043479-E281-45D8-8E3E-2A18FF984078}"/>
              </a:ext>
            </a:extLst>
          </p:cNvPr>
          <p:cNvSpPr>
            <a:spLocks noGrp="1"/>
          </p:cNvSpPr>
          <p:nvPr>
            <p:ph type="body" sz="quarter" idx="15" hasCustomPrompt="1"/>
          </p:nvPr>
        </p:nvSpPr>
        <p:spPr bwMode="gray">
          <a:xfrm>
            <a:off x="622300" y="2638800"/>
            <a:ext cx="4921200" cy="2822400"/>
          </a:xfrm>
        </p:spPr>
        <p:txBody>
          <a:bodyPr rIns="324000"/>
          <a:lstStyle>
            <a:lvl1pPr marL="0" indent="0">
              <a:buNone/>
              <a:defRPr sz="1800" b="1">
                <a:solidFill>
                  <a:schemeClr val="bg1"/>
                </a:solidFill>
              </a:defRPr>
            </a:lvl1pPr>
            <a:lvl2pPr>
              <a:defRPr/>
            </a:lvl2pPr>
          </a:lstStyle>
          <a:p>
            <a:pPr lvl="0"/>
            <a:r>
              <a:rPr lang="en-US" noProof="0"/>
              <a:t>Enter your quote here</a:t>
            </a:r>
          </a:p>
        </p:txBody>
      </p:sp>
      <p:sp>
        <p:nvSpPr>
          <p:cNvPr id="13" name="Textplatzhalter 3">
            <a:extLst>
              <a:ext uri="{FF2B5EF4-FFF2-40B4-BE49-F238E27FC236}">
                <a16:creationId xmlns:a16="http://schemas.microsoft.com/office/drawing/2014/main" id="{0E04C342-4D43-42FF-A22F-E5A22FEA1030}"/>
              </a:ext>
            </a:extLst>
          </p:cNvPr>
          <p:cNvSpPr>
            <a:spLocks noGrp="1"/>
          </p:cNvSpPr>
          <p:nvPr>
            <p:ph type="body" sz="quarter" idx="16" hasCustomPrompt="1"/>
          </p:nvPr>
        </p:nvSpPr>
        <p:spPr bwMode="gray">
          <a:xfrm>
            <a:off x="622300" y="5576110"/>
            <a:ext cx="4921200" cy="468000"/>
          </a:xfrm>
        </p:spPr>
        <p:txBody>
          <a:bodyPr rIns="324000"/>
          <a:lstStyle>
            <a:lvl1pPr marL="0" indent="0">
              <a:spcAft>
                <a:spcPts val="0"/>
              </a:spcAft>
              <a:buNone/>
              <a:defRPr sz="1400" b="0">
                <a:solidFill>
                  <a:schemeClr val="bg1"/>
                </a:solidFill>
              </a:defRPr>
            </a:lvl1pPr>
            <a:lvl2pPr>
              <a:defRPr/>
            </a:lvl2pPr>
          </a:lstStyle>
          <a:p>
            <a:pPr lvl="0"/>
            <a:r>
              <a:rPr lang="en-US" noProof="0"/>
              <a:t>Enter the name of the author here</a:t>
            </a:r>
          </a:p>
        </p:txBody>
      </p:sp>
      <p:sp>
        <p:nvSpPr>
          <p:cNvPr id="19" name="Textplatzhalter 18">
            <a:extLst>
              <a:ext uri="{FF2B5EF4-FFF2-40B4-BE49-F238E27FC236}">
                <a16:creationId xmlns:a16="http://schemas.microsoft.com/office/drawing/2014/main" id="{F52EB4DE-B906-4F90-A111-D13122FBEE80}"/>
              </a:ext>
            </a:extLst>
          </p:cNvPr>
          <p:cNvSpPr>
            <a:spLocks noGrp="1" noChangeAspect="1"/>
          </p:cNvSpPr>
          <p:nvPr>
            <p:ph type="body" sz="quarter" idx="17" hasCustomPrompt="1"/>
          </p:nvPr>
        </p:nvSpPr>
        <p:spPr bwMode="gray">
          <a:xfrm>
            <a:off x="622800" y="1731963"/>
            <a:ext cx="685594" cy="538401"/>
          </a:xfrm>
          <a:custGeom>
            <a:avLst/>
            <a:gdLst>
              <a:gd name="connsiteX0" fmla="*/ 437357 w 685594"/>
              <a:gd name="connsiteY0" fmla="*/ 0 h 538401"/>
              <a:gd name="connsiteX1" fmla="*/ 685594 w 685594"/>
              <a:gd name="connsiteY1" fmla="*/ 0 h 538401"/>
              <a:gd name="connsiteX2" fmla="*/ 685594 w 685594"/>
              <a:gd name="connsiteY2" fmla="*/ 178562 h 538401"/>
              <a:gd name="connsiteX3" fmla="*/ 666592 w 685594"/>
              <a:gd name="connsiteY3" fmla="*/ 348377 h 538401"/>
              <a:gd name="connsiteX4" fmla="*/ 596011 w 685594"/>
              <a:gd name="connsiteY4" fmla="*/ 460280 h 538401"/>
              <a:gd name="connsiteX5" fmla="*/ 465709 w 685594"/>
              <a:gd name="connsiteY5" fmla="*/ 538401 h 538401"/>
              <a:gd name="connsiteX6" fmla="*/ 417148 w 685594"/>
              <a:gd name="connsiteY6" fmla="*/ 434943 h 538401"/>
              <a:gd name="connsiteX7" fmla="*/ 523621 w 685594"/>
              <a:gd name="connsiteY7" fmla="*/ 365871 h 538401"/>
              <a:gd name="connsiteX8" fmla="*/ 556800 w 685594"/>
              <a:gd name="connsiteY8" fmla="*/ 248237 h 538401"/>
              <a:gd name="connsiteX9" fmla="*/ 437357 w 685594"/>
              <a:gd name="connsiteY9" fmla="*/ 248237 h 538401"/>
              <a:gd name="connsiteX10" fmla="*/ 20209 w 685594"/>
              <a:gd name="connsiteY10" fmla="*/ 0 h 538401"/>
              <a:gd name="connsiteX11" fmla="*/ 268446 w 685594"/>
              <a:gd name="connsiteY11" fmla="*/ 0 h 538401"/>
              <a:gd name="connsiteX12" fmla="*/ 268446 w 685594"/>
              <a:gd name="connsiteY12" fmla="*/ 178562 h 538401"/>
              <a:gd name="connsiteX13" fmla="*/ 249746 w 685594"/>
              <a:gd name="connsiteY13" fmla="*/ 348377 h 538401"/>
              <a:gd name="connsiteX14" fmla="*/ 179467 w 685594"/>
              <a:gd name="connsiteY14" fmla="*/ 460280 h 538401"/>
              <a:gd name="connsiteX15" fmla="*/ 48260 w 685594"/>
              <a:gd name="connsiteY15" fmla="*/ 538401 h 538401"/>
              <a:gd name="connsiteX16" fmla="*/ 0 w 685594"/>
              <a:gd name="connsiteY16" fmla="*/ 434642 h 538401"/>
              <a:gd name="connsiteX17" fmla="*/ 106775 w 685594"/>
              <a:gd name="connsiteY17" fmla="*/ 365570 h 538401"/>
              <a:gd name="connsiteX18" fmla="*/ 140256 w 685594"/>
              <a:gd name="connsiteY18" fmla="*/ 247936 h 538401"/>
              <a:gd name="connsiteX19" fmla="*/ 20209 w 685594"/>
              <a:gd name="connsiteY19" fmla="*/ 247936 h 538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85594" h="538401">
                <a:moveTo>
                  <a:pt x="437357" y="0"/>
                </a:moveTo>
                <a:lnTo>
                  <a:pt x="685594" y="0"/>
                </a:lnTo>
                <a:lnTo>
                  <a:pt x="685594" y="178562"/>
                </a:lnTo>
                <a:cubicBezTo>
                  <a:pt x="685594" y="250349"/>
                  <a:pt x="679260" y="307054"/>
                  <a:pt x="666592" y="348377"/>
                </a:cubicBezTo>
                <a:cubicBezTo>
                  <a:pt x="653924" y="389700"/>
                  <a:pt x="630397" y="426799"/>
                  <a:pt x="596011" y="460280"/>
                </a:cubicBezTo>
                <a:cubicBezTo>
                  <a:pt x="561626" y="493459"/>
                  <a:pt x="518192" y="519700"/>
                  <a:pt x="465709" y="538401"/>
                </a:cubicBezTo>
                <a:lnTo>
                  <a:pt x="417148" y="434943"/>
                </a:lnTo>
                <a:cubicBezTo>
                  <a:pt x="466614" y="418354"/>
                  <a:pt x="502206" y="395430"/>
                  <a:pt x="523621" y="365871"/>
                </a:cubicBezTo>
                <a:cubicBezTo>
                  <a:pt x="545037" y="336312"/>
                  <a:pt x="556197" y="297101"/>
                  <a:pt x="556800" y="248237"/>
                </a:cubicBezTo>
                <a:lnTo>
                  <a:pt x="437357" y="248237"/>
                </a:lnTo>
                <a:close/>
                <a:moveTo>
                  <a:pt x="20209" y="0"/>
                </a:moveTo>
                <a:lnTo>
                  <a:pt x="268446" y="0"/>
                </a:lnTo>
                <a:lnTo>
                  <a:pt x="268446" y="178562"/>
                </a:lnTo>
                <a:cubicBezTo>
                  <a:pt x="268446" y="250349"/>
                  <a:pt x="262112" y="307054"/>
                  <a:pt x="249746" y="348377"/>
                </a:cubicBezTo>
                <a:cubicBezTo>
                  <a:pt x="237379" y="389700"/>
                  <a:pt x="213852" y="426799"/>
                  <a:pt x="179467" y="460280"/>
                </a:cubicBezTo>
                <a:cubicBezTo>
                  <a:pt x="145082" y="493459"/>
                  <a:pt x="101346" y="519700"/>
                  <a:pt x="48260" y="538401"/>
                </a:cubicBezTo>
                <a:lnTo>
                  <a:pt x="0" y="434642"/>
                </a:lnTo>
                <a:cubicBezTo>
                  <a:pt x="50070" y="418052"/>
                  <a:pt x="85662" y="395129"/>
                  <a:pt x="106775" y="365570"/>
                </a:cubicBezTo>
                <a:cubicBezTo>
                  <a:pt x="127889" y="336010"/>
                  <a:pt x="139049" y="296799"/>
                  <a:pt x="140256" y="247936"/>
                </a:cubicBezTo>
                <a:lnTo>
                  <a:pt x="20209" y="247936"/>
                </a:lnTo>
                <a:close/>
              </a:path>
            </a:pathLst>
          </a:custGeom>
          <a:solidFill>
            <a:schemeClr val="bg1"/>
          </a:solidFill>
        </p:spPr>
        <p:txBody>
          <a:bodyPr wrap="square">
            <a:noAutofit/>
          </a:bodyPr>
          <a:lstStyle>
            <a:lvl1pPr>
              <a:buNone/>
              <a:defRPr/>
            </a:lvl1pPr>
          </a:lstStyle>
          <a:p>
            <a:pPr lvl="0"/>
            <a:r>
              <a:rPr lang="en-US" noProof="0"/>
              <a:t> </a:t>
            </a:r>
          </a:p>
        </p:txBody>
      </p:sp>
    </p:spTree>
    <p:extLst>
      <p:ext uri="{BB962C8B-B14F-4D97-AF65-F5344CB8AC3E}">
        <p14:creationId xmlns:p14="http://schemas.microsoft.com/office/powerpoint/2010/main" val="38601882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ACT">
    <p:spTree>
      <p:nvGrpSpPr>
        <p:cNvPr id="1" name=""/>
        <p:cNvGrpSpPr/>
        <p:nvPr/>
      </p:nvGrpSpPr>
      <p:grpSpPr>
        <a:xfrm>
          <a:off x="0" y="0"/>
          <a:ext cx="0" cy="0"/>
          <a:chOff x="0" y="0"/>
          <a:chExt cx="0" cy="0"/>
        </a:xfrm>
      </p:grpSpPr>
      <p:sp>
        <p:nvSpPr>
          <p:cNvPr id="6" name="Bildplatzhalter 50">
            <a:extLst>
              <a:ext uri="{FF2B5EF4-FFF2-40B4-BE49-F238E27FC236}">
                <a16:creationId xmlns:a16="http://schemas.microsoft.com/office/drawing/2014/main" id="{83CA1EA3-2879-42EB-BC11-01F2AB17D8AD}"/>
              </a:ext>
            </a:extLst>
          </p:cNvPr>
          <p:cNvSpPr>
            <a:spLocks noGrp="1" noChangeAspect="1"/>
          </p:cNvSpPr>
          <p:nvPr>
            <p:ph type="pic" sz="quarter" idx="12" hasCustomPrompt="1"/>
          </p:nvPr>
        </p:nvSpPr>
        <p:spPr bwMode="gray">
          <a:xfrm>
            <a:off x="0" y="0"/>
            <a:ext cx="12190413" cy="6858000"/>
          </a:xfrm>
          <a:custGeom>
            <a:avLst/>
            <a:gdLst>
              <a:gd name="connsiteX0" fmla="*/ 0 w 12190413"/>
              <a:gd name="connsiteY0" fmla="*/ 0 h 6858000"/>
              <a:gd name="connsiteX1" fmla="*/ 10678411 w 12190413"/>
              <a:gd name="connsiteY1" fmla="*/ 0 h 6858000"/>
              <a:gd name="connsiteX2" fmla="*/ 10678411 w 12190413"/>
              <a:gd name="connsiteY2" fmla="*/ 781200 h 6858000"/>
              <a:gd name="connsiteX3" fmla="*/ 11866411 w 12190413"/>
              <a:gd name="connsiteY3" fmla="*/ 781200 h 6858000"/>
              <a:gd name="connsiteX4" fmla="*/ 11866411 w 12190413"/>
              <a:gd name="connsiteY4" fmla="*/ 0 h 6858000"/>
              <a:gd name="connsiteX5" fmla="*/ 12190413 w 12190413"/>
              <a:gd name="connsiteY5" fmla="*/ 0 h 6858000"/>
              <a:gd name="connsiteX6" fmla="*/ 12190413 w 12190413"/>
              <a:gd name="connsiteY6" fmla="*/ 6858000 h 6858000"/>
              <a:gd name="connsiteX7" fmla="*/ 0 w 12190413"/>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0413" h="6858000">
                <a:moveTo>
                  <a:pt x="0" y="0"/>
                </a:moveTo>
                <a:lnTo>
                  <a:pt x="10678411" y="0"/>
                </a:lnTo>
                <a:lnTo>
                  <a:pt x="10678411" y="781200"/>
                </a:lnTo>
                <a:lnTo>
                  <a:pt x="11866411" y="781200"/>
                </a:lnTo>
                <a:lnTo>
                  <a:pt x="11866411" y="0"/>
                </a:lnTo>
                <a:lnTo>
                  <a:pt x="12190413" y="0"/>
                </a:lnTo>
                <a:lnTo>
                  <a:pt x="12190413" y="6858000"/>
                </a:lnTo>
                <a:lnTo>
                  <a:pt x="0" y="6858000"/>
                </a:lnTo>
                <a:close/>
              </a:path>
            </a:pathLst>
          </a:custGeom>
          <a:blipFill>
            <a:blip r:embed="rId2"/>
            <a:stretch>
              <a:fillRect/>
            </a:stretch>
          </a:blipFill>
        </p:spPr>
        <p:txBody>
          <a:bodyPr wrap="square" bIns="0" anchor="ctr">
            <a:noAutofit/>
          </a:bodyPr>
          <a:lstStyle>
            <a:lvl1pPr algn="ctr">
              <a:buFontTx/>
              <a:buNone/>
              <a:defRPr>
                <a:noFill/>
              </a:defRPr>
            </a:lvl1pPr>
          </a:lstStyle>
          <a:p>
            <a:r>
              <a:rPr lang="en-US" noProof="0"/>
              <a:t> Picture</a:t>
            </a:r>
          </a:p>
        </p:txBody>
      </p:sp>
      <p:sp>
        <p:nvSpPr>
          <p:cNvPr id="43" name="Textplatzhalter 19">
            <a:extLst>
              <a:ext uri="{FF2B5EF4-FFF2-40B4-BE49-F238E27FC236}">
                <a16:creationId xmlns:a16="http://schemas.microsoft.com/office/drawing/2014/main" id="{48A5C82E-6269-42EB-B437-59CE3FD6949D}"/>
              </a:ext>
            </a:extLst>
          </p:cNvPr>
          <p:cNvSpPr>
            <a:spLocks noGrp="1" noChangeAspect="1"/>
          </p:cNvSpPr>
          <p:nvPr userDrawn="1">
            <p:ph type="body" sz="quarter" idx="18" hasCustomPrompt="1"/>
          </p:nvPr>
        </p:nvSpPr>
        <p:spPr bwMode="gray">
          <a:xfrm>
            <a:off x="0" y="1724024"/>
            <a:ext cx="4248000" cy="4809600"/>
          </a:xfrm>
          <a:prstGeom prst="rect">
            <a:avLst/>
          </a:prstGeom>
          <a:solidFill>
            <a:schemeClr val="accent1">
              <a:alpha val="92000"/>
            </a:schemeClr>
          </a:solidFill>
        </p:spPr>
        <p:txBody>
          <a:bodyPr wrap="square" lIns="612000" tIns="540000" rIns="324000">
            <a:noAutofit/>
          </a:bodyPr>
          <a:lstStyle>
            <a:lvl1pPr marL="0" indent="0">
              <a:buNone/>
              <a:defRPr>
                <a:solidFill>
                  <a:schemeClr val="bg1"/>
                </a:solidFill>
              </a:defRPr>
            </a:lvl1pPr>
          </a:lstStyle>
          <a:p>
            <a:pPr lvl="0"/>
            <a:r>
              <a:rPr lang="en-US" noProof="0"/>
              <a:t> Enter your contact details here</a:t>
            </a:r>
          </a:p>
        </p:txBody>
      </p:sp>
      <p:sp>
        <p:nvSpPr>
          <p:cNvPr id="48" name="Inhaltsplatzhalter 4">
            <a:extLst>
              <a:ext uri="{FF2B5EF4-FFF2-40B4-BE49-F238E27FC236}">
                <a16:creationId xmlns:a16="http://schemas.microsoft.com/office/drawing/2014/main" id="{62E666E8-3CA7-46DD-941F-93D5559D27B4}"/>
              </a:ext>
            </a:extLst>
          </p:cNvPr>
          <p:cNvSpPr>
            <a:spLocks noGrp="1" noChangeAspect="1"/>
          </p:cNvSpPr>
          <p:nvPr userDrawn="1">
            <p:ph sz="quarter" idx="13" hasCustomPrompt="1"/>
          </p:nvPr>
        </p:nvSpPr>
        <p:spPr bwMode="gray">
          <a:xfrm>
            <a:off x="622800" y="6476024"/>
            <a:ext cx="3625200" cy="57600"/>
          </a:xfrm>
          <a:solidFill>
            <a:schemeClr val="accent3"/>
          </a:solidFill>
        </p:spPr>
        <p:txBody>
          <a:bodyPr lIns="0" tIns="0" rIns="0"/>
          <a:lstStyle>
            <a:lvl1pPr>
              <a:buClr>
                <a:schemeClr val="bg1"/>
              </a:buClr>
              <a:buNone/>
              <a:defRPr sz="1600">
                <a:solidFill>
                  <a:schemeClr val="bg1"/>
                </a:solidFill>
              </a:defRPr>
            </a:lvl1pPr>
            <a:lvl2pPr>
              <a:buClr>
                <a:schemeClr val="bg1"/>
              </a:buClr>
              <a:defRPr sz="1400">
                <a:solidFill>
                  <a:schemeClr val="bg1"/>
                </a:solidFill>
              </a:defRPr>
            </a:lvl2pPr>
            <a:lvl3pPr>
              <a:buClr>
                <a:schemeClr val="bg1"/>
              </a:buClr>
              <a:defRPr sz="12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en-US" noProof="0"/>
              <a:t> </a:t>
            </a:r>
          </a:p>
        </p:txBody>
      </p:sp>
    </p:spTree>
    <p:extLst>
      <p:ext uri="{BB962C8B-B14F-4D97-AF65-F5344CB8AC3E}">
        <p14:creationId xmlns:p14="http://schemas.microsoft.com/office/powerpoint/2010/main" val="3850103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image" Target="../media/image2.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image" Target="../media/image1.emf"/><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oleObject" Target="../embeddings/oleObject1.bin"/><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ags" Target="../tags/tag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7A32F7E4-4EEB-1BC0-4789-F21CB3FFEBA4}"/>
              </a:ext>
            </a:extLst>
          </p:cNvPr>
          <p:cNvGraphicFramePr>
            <a:graphicFrameLocks noChangeAspect="1"/>
          </p:cNvGraphicFramePr>
          <p:nvPr userDrawn="1">
            <p:custDataLst>
              <p:tags r:id="rId31"/>
            </p:custDataLst>
            <p:extLst>
              <p:ext uri="{D42A27DB-BD31-4B8C-83A1-F6EECF244321}">
                <p14:modId xmlns:p14="http://schemas.microsoft.com/office/powerpoint/2010/main" val="303012596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2" imgW="420" imgH="420" progId="TCLayout.ActiveDocument.1">
                  <p:embed/>
                </p:oleObj>
              </mc:Choice>
              <mc:Fallback>
                <p:oleObj name="Diapositiva de think-cell" r:id="rId32" imgW="420" imgH="420" progId="TCLayout.ActiveDocument.1">
                  <p:embed/>
                  <p:pic>
                    <p:nvPicPr>
                      <p:cNvPr id="5" name="think-cell data - do not delete" hidden="1">
                        <a:extLst>
                          <a:ext uri="{FF2B5EF4-FFF2-40B4-BE49-F238E27FC236}">
                            <a16:creationId xmlns:a16="http://schemas.microsoft.com/office/drawing/2014/main" id="{7A32F7E4-4EEB-1BC0-4789-F21CB3FFEBA4}"/>
                          </a:ext>
                        </a:extLst>
                      </p:cNvPr>
                      <p:cNvPicPr/>
                      <p:nvPr/>
                    </p:nvPicPr>
                    <p:blipFill>
                      <a:blip r:embed="rId33"/>
                      <a:stretch>
                        <a:fillRect/>
                      </a:stretch>
                    </p:blipFill>
                    <p:spPr>
                      <a:xfrm>
                        <a:off x="1588" y="1588"/>
                        <a:ext cx="1588" cy="1588"/>
                      </a:xfrm>
                      <a:prstGeom prst="rect">
                        <a:avLst/>
                      </a:prstGeom>
                    </p:spPr>
                  </p:pic>
                </p:oleObj>
              </mc:Fallback>
            </mc:AlternateContent>
          </a:graphicData>
        </a:graphic>
      </p:graphicFrame>
      <p:sp>
        <p:nvSpPr>
          <p:cNvPr id="3" name="Content"/>
          <p:cNvSpPr>
            <a:spLocks noGrp="1"/>
          </p:cNvSpPr>
          <p:nvPr>
            <p:ph type="body" idx="1"/>
          </p:nvPr>
        </p:nvSpPr>
        <p:spPr bwMode="gray">
          <a:xfrm>
            <a:off x="622964" y="2358150"/>
            <a:ext cx="11232486" cy="4176000"/>
          </a:xfrm>
          <a:prstGeom prst="rect">
            <a:avLst/>
          </a:prstGeom>
        </p:spPr>
        <p:txBody>
          <a:bodyPr vert="horz" lIns="0" tIns="0" rIns="0" bIns="0" rtlCol="0">
            <a:noAutofit/>
          </a:bodyPr>
          <a:lstStyle/>
          <a:p>
            <a:pPr lvl="0"/>
            <a:r>
              <a:rPr lang="en-US" noProof="0"/>
              <a:t>Enter your text or bullet points here</a:t>
            </a:r>
          </a:p>
          <a:p>
            <a:pPr lvl="1"/>
            <a:r>
              <a:rPr lang="en-US" noProof="0"/>
              <a:t>Second level</a:t>
            </a:r>
          </a:p>
          <a:p>
            <a:pPr lvl="2"/>
            <a:r>
              <a:rPr lang="en-US" noProof="0"/>
              <a:t>Third level</a:t>
            </a:r>
          </a:p>
          <a:p>
            <a:pPr lvl="3"/>
            <a:r>
              <a:rPr lang="en-US" noProof="0"/>
              <a:t>Fourth level</a:t>
            </a:r>
          </a:p>
          <a:p>
            <a:pPr lvl="4"/>
            <a:r>
              <a:rPr lang="en-US" noProof="0"/>
              <a:t>Fifth level</a:t>
            </a:r>
          </a:p>
        </p:txBody>
      </p:sp>
      <p:grpSp>
        <p:nvGrpSpPr>
          <p:cNvPr id="39" name="Auxiliary line"/>
          <p:cNvGrpSpPr/>
          <p:nvPr userDrawn="1"/>
        </p:nvGrpSpPr>
        <p:grpSpPr bwMode="gray">
          <a:xfrm>
            <a:off x="621508" y="-570463"/>
            <a:ext cx="900000" cy="561913"/>
            <a:chOff x="540001" y="-570463"/>
            <a:chExt cx="900000" cy="561913"/>
          </a:xfrm>
        </p:grpSpPr>
        <p:sp>
          <p:nvSpPr>
            <p:cNvPr id="33" name="Text"/>
            <p:cNvSpPr txBox="1"/>
            <p:nvPr userDrawn="1"/>
          </p:nvSpPr>
          <p:spPr bwMode="gray">
            <a:xfrm>
              <a:off x="540001" y="-548550"/>
              <a:ext cx="900000" cy="540000"/>
            </a:xfrm>
            <a:prstGeom prst="rect">
              <a:avLst/>
            </a:prstGeom>
            <a:noFill/>
          </p:spPr>
          <p:txBody>
            <a:bodyPr wrap="square" lIns="72000" tIns="0" rIns="0" bIns="0" rtlCol="0">
              <a:noAutofit/>
            </a:bodyPr>
            <a:lstStyle/>
            <a:p>
              <a:pPr>
                <a:lnSpc>
                  <a:spcPct val="90000"/>
                </a:lnSpc>
                <a:spcAft>
                  <a:spcPts val="1000"/>
                </a:spcAft>
              </a:pPr>
              <a:r>
                <a:rPr lang="en-US" sz="1200" noProof="0"/>
                <a:t>Helpline</a:t>
              </a:r>
              <a:br>
                <a:rPr lang="en-US" sz="1200" noProof="0"/>
              </a:br>
              <a:r>
                <a:rPr lang="en-US" sz="1200" noProof="0"/>
                <a:t>15,20</a:t>
              </a:r>
            </a:p>
          </p:txBody>
        </p:sp>
        <p:cxnSp>
          <p:nvCxnSpPr>
            <p:cNvPr id="8" name="Line"/>
            <p:cNvCxnSpPr/>
            <p:nvPr userDrawn="1"/>
          </p:nvCxnSpPr>
          <p:spPr bwMode="gray">
            <a:xfrm flipV="1">
              <a:off x="540002" y="-570463"/>
              <a:ext cx="0" cy="54000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grpSp>
      <p:grpSp>
        <p:nvGrpSpPr>
          <p:cNvPr id="38" name="Auxiliary line"/>
          <p:cNvGrpSpPr/>
          <p:nvPr userDrawn="1"/>
        </p:nvGrpSpPr>
        <p:grpSpPr bwMode="gray">
          <a:xfrm>
            <a:off x="10956862" y="-565802"/>
            <a:ext cx="900000" cy="557252"/>
            <a:chOff x="10749601" y="-565802"/>
            <a:chExt cx="900000" cy="557252"/>
          </a:xfrm>
        </p:grpSpPr>
        <p:cxnSp>
          <p:nvCxnSpPr>
            <p:cNvPr id="9" name="Line"/>
            <p:cNvCxnSpPr/>
            <p:nvPr userDrawn="1"/>
          </p:nvCxnSpPr>
          <p:spPr bwMode="gray">
            <a:xfrm flipV="1">
              <a:off x="11649601" y="-565802"/>
              <a:ext cx="0" cy="54000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
          <p:nvSpPr>
            <p:cNvPr id="34" name="Text"/>
            <p:cNvSpPr txBox="1"/>
            <p:nvPr userDrawn="1"/>
          </p:nvSpPr>
          <p:spPr bwMode="gray">
            <a:xfrm>
              <a:off x="10749601" y="-548550"/>
              <a:ext cx="900000" cy="540000"/>
            </a:xfrm>
            <a:prstGeom prst="rect">
              <a:avLst/>
            </a:prstGeom>
            <a:noFill/>
          </p:spPr>
          <p:txBody>
            <a:bodyPr wrap="square" lIns="0" tIns="0" rIns="72000" bIns="0" rtlCol="0">
              <a:noAutofit/>
            </a:bodyPr>
            <a:lstStyle/>
            <a:p>
              <a:pPr algn="r">
                <a:lnSpc>
                  <a:spcPct val="90000"/>
                </a:lnSpc>
                <a:spcAft>
                  <a:spcPts val="1000"/>
                </a:spcAft>
              </a:pPr>
              <a:r>
                <a:rPr lang="en-US" sz="1200" noProof="0"/>
                <a:t>Helpline</a:t>
              </a:r>
              <a:br>
                <a:rPr lang="en-US" sz="1200" noProof="0"/>
              </a:br>
              <a:r>
                <a:rPr lang="en-US" sz="1200" noProof="0"/>
                <a:t>16,00</a:t>
              </a:r>
            </a:p>
          </p:txBody>
        </p:sp>
      </p:grpSp>
      <p:grpSp>
        <p:nvGrpSpPr>
          <p:cNvPr id="41" name="Auxiliary line"/>
          <p:cNvGrpSpPr/>
          <p:nvPr userDrawn="1"/>
        </p:nvGrpSpPr>
        <p:grpSpPr bwMode="gray">
          <a:xfrm>
            <a:off x="-739050" y="1730745"/>
            <a:ext cx="739050" cy="722805"/>
            <a:chOff x="-739050" y="1509195"/>
            <a:chExt cx="739050" cy="722805"/>
          </a:xfrm>
        </p:grpSpPr>
        <p:sp>
          <p:nvSpPr>
            <p:cNvPr id="36" name="Text"/>
            <p:cNvSpPr txBox="1"/>
            <p:nvPr userDrawn="1"/>
          </p:nvSpPr>
          <p:spPr bwMode="gray">
            <a:xfrm>
              <a:off x="-720000" y="1512000"/>
              <a:ext cx="720000" cy="720000"/>
            </a:xfrm>
            <a:prstGeom prst="rect">
              <a:avLst/>
            </a:prstGeom>
            <a:noFill/>
          </p:spPr>
          <p:txBody>
            <a:bodyPr wrap="square" lIns="0" tIns="72000" rIns="0" bIns="0" rtlCol="0">
              <a:noAutofit/>
            </a:bodyPr>
            <a:lstStyle/>
            <a:p>
              <a:pPr>
                <a:lnSpc>
                  <a:spcPct val="90000"/>
                </a:lnSpc>
                <a:spcAft>
                  <a:spcPts val="1000"/>
                </a:spcAft>
              </a:pPr>
              <a:r>
                <a:rPr lang="en-US" sz="1200" noProof="0"/>
                <a:t>Helpline</a:t>
              </a:r>
              <a:br>
                <a:rPr lang="en-US" sz="1200" noProof="0"/>
              </a:br>
              <a:r>
                <a:rPr lang="en-US" sz="1200" noProof="0"/>
                <a:t>4,71</a:t>
              </a:r>
            </a:p>
          </p:txBody>
        </p:sp>
        <p:cxnSp>
          <p:nvCxnSpPr>
            <p:cNvPr id="31" name="Line"/>
            <p:cNvCxnSpPr/>
            <p:nvPr userDrawn="1"/>
          </p:nvCxnSpPr>
          <p:spPr bwMode="gray">
            <a:xfrm>
              <a:off x="-739050" y="1509195"/>
              <a:ext cx="720000"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grpSp>
      <p:grpSp>
        <p:nvGrpSpPr>
          <p:cNvPr id="42" name="Auxiliary line"/>
          <p:cNvGrpSpPr/>
          <p:nvPr userDrawn="1"/>
        </p:nvGrpSpPr>
        <p:grpSpPr bwMode="gray">
          <a:xfrm>
            <a:off x="-739050" y="6534150"/>
            <a:ext cx="739050" cy="720000"/>
            <a:chOff x="-739050" y="5810400"/>
            <a:chExt cx="739050" cy="720000"/>
          </a:xfrm>
        </p:grpSpPr>
        <p:cxnSp>
          <p:nvCxnSpPr>
            <p:cNvPr id="32" name="Line"/>
            <p:cNvCxnSpPr/>
            <p:nvPr userDrawn="1"/>
          </p:nvCxnSpPr>
          <p:spPr bwMode="gray">
            <a:xfrm>
              <a:off x="-739050" y="5810400"/>
              <a:ext cx="720000"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
          <p:nvSpPr>
            <p:cNvPr id="37" name="Text"/>
            <p:cNvSpPr txBox="1"/>
            <p:nvPr userDrawn="1"/>
          </p:nvSpPr>
          <p:spPr bwMode="gray">
            <a:xfrm>
              <a:off x="-720000" y="5810400"/>
              <a:ext cx="720000" cy="720000"/>
            </a:xfrm>
            <a:prstGeom prst="rect">
              <a:avLst/>
            </a:prstGeom>
            <a:noFill/>
          </p:spPr>
          <p:txBody>
            <a:bodyPr wrap="square" lIns="0" tIns="72000" rIns="0" bIns="0" rtlCol="0">
              <a:noAutofit/>
            </a:bodyPr>
            <a:lstStyle/>
            <a:p>
              <a:pPr>
                <a:lnSpc>
                  <a:spcPct val="90000"/>
                </a:lnSpc>
                <a:spcAft>
                  <a:spcPts val="1000"/>
                </a:spcAft>
              </a:pPr>
              <a:r>
                <a:rPr lang="en-US" sz="1200" noProof="0"/>
                <a:t>Helpline</a:t>
              </a:r>
              <a:br>
                <a:rPr lang="en-US" sz="1200" noProof="0"/>
              </a:br>
              <a:r>
                <a:rPr lang="en-US" sz="1200" noProof="0"/>
                <a:t>8,62</a:t>
              </a:r>
            </a:p>
          </p:txBody>
        </p:sp>
      </p:grpSp>
      <p:cxnSp>
        <p:nvCxnSpPr>
          <p:cNvPr id="64" name="Gerader Verbinder 63">
            <a:extLst>
              <a:ext uri="{FF2B5EF4-FFF2-40B4-BE49-F238E27FC236}">
                <a16:creationId xmlns:a16="http://schemas.microsoft.com/office/drawing/2014/main" id="{6A7B6AA6-4F02-4F80-A99F-5139832A67A6}"/>
              </a:ext>
            </a:extLst>
          </p:cNvPr>
          <p:cNvCxnSpPr>
            <a:cxnSpLocks/>
            <a:endCxn id="65" idx="0"/>
          </p:cNvCxnSpPr>
          <p:nvPr/>
        </p:nvCxnSpPr>
        <p:spPr bwMode="gray">
          <a:xfrm>
            <a:off x="334965" y="0"/>
            <a:ext cx="0" cy="712010"/>
          </a:xfrm>
          <a:prstGeom prst="line">
            <a:avLst/>
          </a:prstGeom>
          <a:ln w="9525">
            <a:solidFill>
              <a:schemeClr val="accent1"/>
            </a:solidFill>
            <a:tailEnd type="none"/>
          </a:ln>
        </p:spPr>
        <p:style>
          <a:lnRef idx="1">
            <a:schemeClr val="accent1"/>
          </a:lnRef>
          <a:fillRef idx="0">
            <a:schemeClr val="accent1"/>
          </a:fillRef>
          <a:effectRef idx="0">
            <a:schemeClr val="accent1"/>
          </a:effectRef>
          <a:fontRef idx="minor">
            <a:schemeClr val="tx1"/>
          </a:fontRef>
        </p:style>
      </p:cxnSp>
      <p:sp>
        <p:nvSpPr>
          <p:cNvPr id="65" name="Rechteck 64">
            <a:extLst>
              <a:ext uri="{FF2B5EF4-FFF2-40B4-BE49-F238E27FC236}">
                <a16:creationId xmlns:a16="http://schemas.microsoft.com/office/drawing/2014/main" id="{FCFBD080-3ECF-4A6A-9A4D-64151DF4E87F}"/>
              </a:ext>
            </a:extLst>
          </p:cNvPr>
          <p:cNvSpPr>
            <a:spLocks noChangeAspect="1"/>
          </p:cNvSpPr>
          <p:nvPr/>
        </p:nvSpPr>
        <p:spPr bwMode="gray">
          <a:xfrm>
            <a:off x="280965" y="712010"/>
            <a:ext cx="108000" cy="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en-US" noProof="0"/>
          </a:p>
        </p:txBody>
      </p:sp>
      <p:grpSp>
        <p:nvGrpSpPr>
          <p:cNvPr id="67" name="Auxiliary line">
            <a:extLst>
              <a:ext uri="{FF2B5EF4-FFF2-40B4-BE49-F238E27FC236}">
                <a16:creationId xmlns:a16="http://schemas.microsoft.com/office/drawing/2014/main" id="{A9EBFE07-2FB0-4D5C-8B99-595CECB97EBC}"/>
              </a:ext>
            </a:extLst>
          </p:cNvPr>
          <p:cNvGrpSpPr/>
          <p:nvPr userDrawn="1"/>
        </p:nvGrpSpPr>
        <p:grpSpPr bwMode="gray">
          <a:xfrm>
            <a:off x="-739050" y="2351828"/>
            <a:ext cx="739050" cy="725610"/>
            <a:chOff x="-739050" y="1506390"/>
            <a:chExt cx="739050" cy="725610"/>
          </a:xfrm>
        </p:grpSpPr>
        <p:sp>
          <p:nvSpPr>
            <p:cNvPr id="69" name="Text">
              <a:extLst>
                <a:ext uri="{FF2B5EF4-FFF2-40B4-BE49-F238E27FC236}">
                  <a16:creationId xmlns:a16="http://schemas.microsoft.com/office/drawing/2014/main" id="{34BB5F45-BC1E-4523-99F8-27B25FD3A7FE}"/>
                </a:ext>
              </a:extLst>
            </p:cNvPr>
            <p:cNvSpPr txBox="1"/>
            <p:nvPr userDrawn="1"/>
          </p:nvSpPr>
          <p:spPr bwMode="gray">
            <a:xfrm>
              <a:off x="-720000" y="1512000"/>
              <a:ext cx="720000" cy="720000"/>
            </a:xfrm>
            <a:prstGeom prst="rect">
              <a:avLst/>
            </a:prstGeom>
            <a:noFill/>
          </p:spPr>
          <p:txBody>
            <a:bodyPr wrap="square" lIns="0" tIns="72000" rIns="0" bIns="0" rtlCol="0">
              <a:noAutofit/>
            </a:bodyPr>
            <a:lstStyle/>
            <a:p>
              <a:pPr>
                <a:lnSpc>
                  <a:spcPct val="90000"/>
                </a:lnSpc>
                <a:spcAft>
                  <a:spcPts val="1000"/>
                </a:spcAft>
              </a:pPr>
              <a:r>
                <a:rPr lang="en-US" sz="1200" noProof="0"/>
                <a:t>Helpline</a:t>
              </a:r>
              <a:br>
                <a:rPr lang="en-US" sz="1200" noProof="0"/>
              </a:br>
              <a:r>
                <a:rPr lang="en-US" sz="1200" noProof="0"/>
                <a:t>3,00</a:t>
              </a:r>
            </a:p>
          </p:txBody>
        </p:sp>
        <p:cxnSp>
          <p:nvCxnSpPr>
            <p:cNvPr id="68" name="Line">
              <a:extLst>
                <a:ext uri="{FF2B5EF4-FFF2-40B4-BE49-F238E27FC236}">
                  <a16:creationId xmlns:a16="http://schemas.microsoft.com/office/drawing/2014/main" id="{A1AEF531-8063-4D3B-A41E-128673947D57}"/>
                </a:ext>
              </a:extLst>
            </p:cNvPr>
            <p:cNvCxnSpPr/>
            <p:nvPr userDrawn="1"/>
          </p:nvCxnSpPr>
          <p:spPr bwMode="gray">
            <a:xfrm>
              <a:off x="-739050" y="1506390"/>
              <a:ext cx="720000"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grpSp>
      <p:grpSp>
        <p:nvGrpSpPr>
          <p:cNvPr id="70" name="Auxiliary line">
            <a:extLst>
              <a:ext uri="{FF2B5EF4-FFF2-40B4-BE49-F238E27FC236}">
                <a16:creationId xmlns:a16="http://schemas.microsoft.com/office/drawing/2014/main" id="{2356D530-EDAC-4443-A38E-40AB21192D93}"/>
              </a:ext>
            </a:extLst>
          </p:cNvPr>
          <p:cNvGrpSpPr/>
          <p:nvPr userDrawn="1"/>
        </p:nvGrpSpPr>
        <p:grpSpPr bwMode="gray">
          <a:xfrm>
            <a:off x="6238875" y="-565802"/>
            <a:ext cx="900000" cy="557252"/>
            <a:chOff x="540001" y="-565802"/>
            <a:chExt cx="900000" cy="557252"/>
          </a:xfrm>
        </p:grpSpPr>
        <p:sp>
          <p:nvSpPr>
            <p:cNvPr id="72" name="Text">
              <a:extLst>
                <a:ext uri="{FF2B5EF4-FFF2-40B4-BE49-F238E27FC236}">
                  <a16:creationId xmlns:a16="http://schemas.microsoft.com/office/drawing/2014/main" id="{FDED45CA-D2D7-455E-B131-146613490912}"/>
                </a:ext>
              </a:extLst>
            </p:cNvPr>
            <p:cNvSpPr txBox="1"/>
            <p:nvPr userDrawn="1"/>
          </p:nvSpPr>
          <p:spPr bwMode="gray">
            <a:xfrm>
              <a:off x="540001" y="-548550"/>
              <a:ext cx="900000" cy="540000"/>
            </a:xfrm>
            <a:prstGeom prst="rect">
              <a:avLst/>
            </a:prstGeom>
            <a:noFill/>
          </p:spPr>
          <p:txBody>
            <a:bodyPr wrap="square" lIns="72000" tIns="0" rIns="0" bIns="0" rtlCol="0">
              <a:noAutofit/>
            </a:bodyPr>
            <a:lstStyle/>
            <a:p>
              <a:pPr>
                <a:lnSpc>
                  <a:spcPct val="90000"/>
                </a:lnSpc>
                <a:spcAft>
                  <a:spcPts val="1000"/>
                </a:spcAft>
              </a:pPr>
              <a:r>
                <a:rPr lang="en-US" sz="1200" noProof="0"/>
                <a:t>Helpline</a:t>
              </a:r>
              <a:br>
                <a:rPr lang="en-US" sz="1200" noProof="0"/>
              </a:br>
              <a:r>
                <a:rPr lang="en-US" sz="1200" noProof="0"/>
                <a:t>0,40</a:t>
              </a:r>
            </a:p>
          </p:txBody>
        </p:sp>
        <p:cxnSp>
          <p:nvCxnSpPr>
            <p:cNvPr id="71" name="Line">
              <a:extLst>
                <a:ext uri="{FF2B5EF4-FFF2-40B4-BE49-F238E27FC236}">
                  <a16:creationId xmlns:a16="http://schemas.microsoft.com/office/drawing/2014/main" id="{2EBC9370-8755-4E9D-B9DC-B30FFA33C736}"/>
                </a:ext>
              </a:extLst>
            </p:cNvPr>
            <p:cNvCxnSpPr/>
            <p:nvPr userDrawn="1"/>
          </p:nvCxnSpPr>
          <p:spPr bwMode="gray">
            <a:xfrm flipV="1">
              <a:off x="540002" y="-565802"/>
              <a:ext cx="0" cy="54000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 name="Title"/>
          <p:cNvSpPr>
            <a:spLocks noGrp="1"/>
          </p:cNvSpPr>
          <p:nvPr userDrawn="1">
            <p:ph type="title"/>
          </p:nvPr>
        </p:nvSpPr>
        <p:spPr bwMode="gray">
          <a:xfrm>
            <a:off x="622964" y="344561"/>
            <a:ext cx="9720000" cy="540000"/>
          </a:xfrm>
          <a:prstGeom prst="rect">
            <a:avLst/>
          </a:prstGeom>
        </p:spPr>
        <p:txBody>
          <a:bodyPr vert="horz" lIns="0" tIns="0" rIns="0" bIns="0" rtlCol="0" anchor="t">
            <a:noAutofit/>
          </a:bodyPr>
          <a:lstStyle/>
          <a:p>
            <a:r>
              <a:rPr lang="en-US" noProof="0"/>
              <a:t>Enter your title here</a:t>
            </a:r>
          </a:p>
        </p:txBody>
      </p:sp>
      <p:sp>
        <p:nvSpPr>
          <p:cNvPr id="11" name="Foliennummernplatzhalter 10">
            <a:extLst>
              <a:ext uri="{FF2B5EF4-FFF2-40B4-BE49-F238E27FC236}">
                <a16:creationId xmlns:a16="http://schemas.microsoft.com/office/drawing/2014/main" id="{D7A1D09E-77A1-4648-82F8-2B192CC0C3B7}"/>
              </a:ext>
            </a:extLst>
          </p:cNvPr>
          <p:cNvSpPr>
            <a:spLocks noGrp="1"/>
          </p:cNvSpPr>
          <p:nvPr userDrawn="1">
            <p:ph type="sldNum" sz="quarter" idx="4"/>
          </p:nvPr>
        </p:nvSpPr>
        <p:spPr bwMode="gray">
          <a:xfrm>
            <a:off x="0" y="6538913"/>
            <a:ext cx="622964" cy="319088"/>
          </a:xfrm>
          <a:prstGeom prst="rect">
            <a:avLst/>
          </a:prstGeom>
        </p:spPr>
        <p:txBody>
          <a:bodyPr vert="horz" lIns="0" tIns="0" rIns="0" bIns="0" rtlCol="0" anchor="t"/>
          <a:lstStyle>
            <a:lvl1pPr algn="ctr">
              <a:defRPr sz="1200">
                <a:solidFill>
                  <a:schemeClr val="accent1"/>
                </a:solidFill>
              </a:defRPr>
            </a:lvl1pPr>
          </a:lstStyle>
          <a:p>
            <a:fld id="{D29D5D5B-1E8F-47C0-A83E-FCAC38D52D33}" type="slidenum">
              <a:rPr lang="de-DE" smtClean="0"/>
              <a:pPr/>
              <a:t>‹#›</a:t>
            </a:fld>
            <a:endParaRPr lang="de-DE"/>
          </a:p>
        </p:txBody>
      </p:sp>
      <p:pic>
        <p:nvPicPr>
          <p:cNvPr id="14" name="Grafik 13">
            <a:extLst>
              <a:ext uri="{FF2B5EF4-FFF2-40B4-BE49-F238E27FC236}">
                <a16:creationId xmlns:a16="http://schemas.microsoft.com/office/drawing/2014/main" id="{481B1035-FE42-4381-BDEE-55980215BC4D}"/>
              </a:ext>
            </a:extLst>
          </p:cNvPr>
          <p:cNvPicPr>
            <a:picLocks noChangeAspect="1"/>
          </p:cNvPicPr>
          <p:nvPr userDrawn="1"/>
        </p:nvPicPr>
        <p:blipFill>
          <a:blip r:embed="rId34"/>
          <a:stretch>
            <a:fillRect/>
          </a:stretch>
        </p:blipFill>
        <p:spPr bwMode="gray">
          <a:xfrm>
            <a:off x="10678411" y="0"/>
            <a:ext cx="1188000" cy="784826"/>
          </a:xfrm>
          <a:prstGeom prst="rect">
            <a:avLst/>
          </a:prstGeom>
        </p:spPr>
      </p:pic>
    </p:spTree>
    <p:extLst>
      <p:ext uri="{BB962C8B-B14F-4D97-AF65-F5344CB8AC3E}">
        <p14:creationId xmlns:p14="http://schemas.microsoft.com/office/powerpoint/2010/main" val="2615922609"/>
      </p:ext>
    </p:extLst>
  </p:cSld>
  <p:clrMap bg1="lt1" tx1="dk1" bg2="lt2" tx2="dk2" accent1="accent1" accent2="accent2" accent3="accent3" accent4="accent4" accent5="accent5" accent6="accent6" hlink="hlink" folHlink="folHlink"/>
  <p:sldLayoutIdLst>
    <p:sldLayoutId id="2147483934" r:id="rId1"/>
    <p:sldLayoutId id="2147483958" r:id="rId2"/>
    <p:sldLayoutId id="2147483939" r:id="rId3"/>
    <p:sldLayoutId id="2147483936" r:id="rId4"/>
    <p:sldLayoutId id="2147483938" r:id="rId5"/>
    <p:sldLayoutId id="2147483967" r:id="rId6"/>
    <p:sldLayoutId id="2147483959" r:id="rId7"/>
    <p:sldLayoutId id="2147483935" r:id="rId8"/>
    <p:sldLayoutId id="2147483960" r:id="rId9"/>
    <p:sldLayoutId id="2147483961" r:id="rId10"/>
    <p:sldLayoutId id="2147483962" r:id="rId11"/>
    <p:sldLayoutId id="2147483963" r:id="rId12"/>
    <p:sldLayoutId id="2147483968" r:id="rId13"/>
    <p:sldLayoutId id="2147483964" r:id="rId14"/>
    <p:sldLayoutId id="2147483909" r:id="rId15"/>
    <p:sldLayoutId id="2147483911" r:id="rId16"/>
    <p:sldLayoutId id="2147483913" r:id="rId17"/>
    <p:sldLayoutId id="2147483916" r:id="rId18"/>
    <p:sldLayoutId id="2147483944" r:id="rId19"/>
    <p:sldLayoutId id="2147483956" r:id="rId20"/>
    <p:sldLayoutId id="2147483945" r:id="rId21"/>
    <p:sldLayoutId id="2147483946" r:id="rId22"/>
    <p:sldLayoutId id="2147483947" r:id="rId23"/>
    <p:sldLayoutId id="2147483948" r:id="rId24"/>
    <p:sldLayoutId id="2147483966" r:id="rId25"/>
    <p:sldLayoutId id="2147483923" r:id="rId26"/>
    <p:sldLayoutId id="2147483949" r:id="rId27"/>
    <p:sldLayoutId id="2147483950" r:id="rId28"/>
    <p:sldLayoutId id="2147483915" r:id="rId2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txStyles>
    <p:titleStyle>
      <a:lvl1pPr algn="l" defTabSz="914400" rtl="0" eaLnBrk="1" latinLnBrk="0" hangingPunct="1">
        <a:lnSpc>
          <a:spcPct val="90000"/>
        </a:lnSpc>
        <a:spcBef>
          <a:spcPct val="0"/>
        </a:spcBef>
        <a:buNone/>
        <a:defRPr sz="4000" kern="1200">
          <a:solidFill>
            <a:schemeClr val="accent1"/>
          </a:solidFill>
          <a:latin typeface="+mj-lt"/>
          <a:ea typeface="+mj-ea"/>
          <a:cs typeface="+mj-cs"/>
        </a:defRPr>
      </a:lvl1pPr>
    </p:titleStyle>
    <p:bodyStyle>
      <a:lvl1pPr marL="324000" indent="-324000" algn="l" defTabSz="914400" rtl="0" eaLnBrk="1" latinLnBrk="0" hangingPunct="1">
        <a:lnSpc>
          <a:spcPct val="90000"/>
        </a:lnSpc>
        <a:spcBef>
          <a:spcPts val="0"/>
        </a:spcBef>
        <a:spcAft>
          <a:spcPts val="1200"/>
        </a:spcAft>
        <a:buClr>
          <a:schemeClr val="accent1"/>
        </a:buClr>
        <a:buSzPct val="70000"/>
        <a:buFont typeface="Wingdings" panose="05000000000000000000" pitchFamily="2" charset="2"/>
        <a:buChar char=""/>
        <a:defRPr sz="1800" kern="1200">
          <a:solidFill>
            <a:schemeClr val="tx1"/>
          </a:solidFill>
          <a:latin typeface="+mn-lt"/>
          <a:ea typeface="+mn-ea"/>
          <a:cs typeface="+mn-cs"/>
        </a:defRPr>
      </a:lvl1pPr>
      <a:lvl2pPr marL="720000" indent="-324000" algn="l" defTabSz="914400" rtl="0" eaLnBrk="1" latinLnBrk="0" hangingPunct="1">
        <a:lnSpc>
          <a:spcPct val="90000"/>
        </a:lnSpc>
        <a:spcBef>
          <a:spcPts val="0"/>
        </a:spcBef>
        <a:spcAft>
          <a:spcPts val="1200"/>
        </a:spcAft>
        <a:buClr>
          <a:schemeClr val="accent1"/>
        </a:buClr>
        <a:buSzPct val="70000"/>
        <a:buFont typeface="Wingdings" panose="05000000000000000000" pitchFamily="2" charset="2"/>
        <a:buChar char=""/>
        <a:defRPr sz="1600" kern="1200">
          <a:solidFill>
            <a:schemeClr val="tx1"/>
          </a:solidFill>
          <a:latin typeface="+mn-lt"/>
          <a:ea typeface="+mn-ea"/>
          <a:cs typeface="+mn-cs"/>
        </a:defRPr>
      </a:lvl2pPr>
      <a:lvl3pPr marL="1080000" indent="-324000" algn="l" defTabSz="914400" rtl="0" eaLnBrk="1" latinLnBrk="0" hangingPunct="1">
        <a:lnSpc>
          <a:spcPct val="90000"/>
        </a:lnSpc>
        <a:spcBef>
          <a:spcPts val="0"/>
        </a:spcBef>
        <a:spcAft>
          <a:spcPts val="1200"/>
        </a:spcAft>
        <a:buClr>
          <a:schemeClr val="accent1"/>
        </a:buClr>
        <a:buSzPct val="70000"/>
        <a:buFont typeface="Wingdings" panose="05000000000000000000" pitchFamily="2" charset="2"/>
        <a:buChar char=""/>
        <a:defRPr sz="1400" kern="1200">
          <a:solidFill>
            <a:schemeClr val="tx1"/>
          </a:solidFill>
          <a:latin typeface="+mn-lt"/>
          <a:ea typeface="+mn-ea"/>
          <a:cs typeface="+mn-cs"/>
        </a:defRPr>
      </a:lvl3pPr>
      <a:lvl4pPr marL="1440000" indent="-324000" algn="l" defTabSz="914400" rtl="0" eaLnBrk="1" latinLnBrk="0" hangingPunct="1">
        <a:lnSpc>
          <a:spcPct val="90000"/>
        </a:lnSpc>
        <a:spcBef>
          <a:spcPts val="0"/>
        </a:spcBef>
        <a:spcAft>
          <a:spcPts val="1200"/>
        </a:spcAft>
        <a:buClr>
          <a:schemeClr val="accent1"/>
        </a:buClr>
        <a:buSzPct val="70000"/>
        <a:buFont typeface="Wingdings" panose="05000000000000000000" pitchFamily="2" charset="2"/>
        <a:buChar char=""/>
        <a:defRPr sz="1200" kern="1200">
          <a:solidFill>
            <a:schemeClr val="tx1"/>
          </a:solidFill>
          <a:latin typeface="+mn-lt"/>
          <a:ea typeface="+mn-ea"/>
          <a:cs typeface="+mn-cs"/>
        </a:defRPr>
      </a:lvl4pPr>
      <a:lvl5pPr marL="1800000" indent="-324000" algn="l" defTabSz="914400" rtl="0" eaLnBrk="1" latinLnBrk="0" hangingPunct="1">
        <a:lnSpc>
          <a:spcPct val="90000"/>
        </a:lnSpc>
        <a:spcBef>
          <a:spcPts val="0"/>
        </a:spcBef>
        <a:spcAft>
          <a:spcPts val="1200"/>
        </a:spcAft>
        <a:buClr>
          <a:schemeClr val="accent1"/>
        </a:buClr>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7468" userDrawn="1">
          <p15:clr>
            <a:srgbClr val="547EBF"/>
          </p15:clr>
        </p15:guide>
        <p15:guide id="3" orient="horz" pos="1480" userDrawn="1">
          <p15:clr>
            <a:srgbClr val="547EBF"/>
          </p15:clr>
        </p15:guide>
        <p15:guide id="4" orient="horz" pos="4116" userDrawn="1">
          <p15:clr>
            <a:srgbClr val="547EBF"/>
          </p15:clr>
        </p15:guide>
        <p15:guide id="6" orient="horz" pos="1091" userDrawn="1">
          <p15:clr>
            <a:srgbClr val="547EBF"/>
          </p15:clr>
        </p15:guide>
        <p15:guide id="7" pos="392" userDrawn="1">
          <p15:clr>
            <a:srgbClr val="547EBF"/>
          </p15:clr>
        </p15:guide>
        <p15:guide id="9" pos="3930" userDrawn="1">
          <p15:clr>
            <a:srgbClr val="547EBF"/>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xml"/><Relationship Id="rIdImg1" Type="http://schemas.openxmlformats.org/officeDocument/2006/relationships/image" Target="../media/cp_screenshot.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 Id="rIdImg1" Type="http://schemas.openxmlformats.org/officeDocument/2006/relationships/image" Target="../media/cp_architecture.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xml"/><Relationship Id="rIdImg1" Type="http://schemas.openxmlformats.org/officeDocument/2006/relationships/image" Target="../media/cp_database.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 Id="rIdImg1" Type="http://schemas.openxmlformats.org/officeDocument/2006/relationships/image" Target="../media/cp_sequence.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 Id="rIdImg1" Type="http://schemas.openxmlformats.org/officeDocument/2006/relationships/image" Target="../media/cp_screenshot.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vert="horz" anchor="t">
            <a:normAutofit/>
          </a:bodyPr>
          <a:lstStyle/>
          <a:p>
            <a:r>
              <a:rPr lang="en-US" sz="3200" b="1" dirty="0"/>
              <a:t>Assessment Scenario: </a:t>
            </a:r>
            <a:r>
              <a:rPr lang="en-US" sz="3200" b="0" dirty="0"/>
              <a:t>Logistics Income and Cost Evaluation System</a:t>
            </a:r>
          </a:p>
        </p:txBody>
      </p:sp>
      <p:sp>
        <p:nvSpPr>
          <p:cNvPr id="3" name="Subtitle"/>
          <p:cNvSpPr>
            <a:spLocks noGrp="1"/>
          </p:cNvSpPr>
          <p:nvPr>
            <p:ph type="body" sz="quarter" idx="11"/>
          </p:nvPr>
        </p:nvSpPr>
        <p:spPr>
          <a:xfrm>
            <a:off x="621792" y="1298448"/>
            <a:ext cx="10607040" cy="384048"/>
          </a:xfrm>
        </p:spPr>
        <p:txBody>
          <a:bodyPr lIns="0" tIns="0" rIns="0" bIns="0">
            <a:noAutofit/>
          </a:bodyPr>
          <a:lstStyle/>
          <a:p>
            <a:r>
              <a:rPr lang="en-US" sz="2200" b="1" dirty="0"/>
              <a:t>Introduction</a:t>
            </a:r>
          </a:p>
        </p:txBody>
      </p:sp>
      <p:sp>
        <p:nvSpPr>
          <p:cNvPr id="4" name="Slide Number"/>
          <p:cNvSpPr>
            <a:spLocks noGrp="1"/>
          </p:cNvSpPr>
          <p:nvPr>
            <p:ph type="sldNum" sz="quarter" idx="12"/>
          </p:nvPr>
        </p:nvSpPr>
        <p:spPr/>
        <p:txBody>
          <a:bodyPr/>
          <a:lstStyle/>
          <a:p>
            <a:fld id="{D29D5D5B-1E8F-47C0-A83E-FCAC38D52D33}" type="slidenum">
              <a:rPr lang="en-US"/>
              <a:t>&lt;#&gt;</a:t>
            </a:fld>
            <a:endParaRPr lang="en-US"/>
          </a:p>
        </p:txBody>
      </p:sp>
      <p:sp>
        <p:nvSpPr>
          <p:cNvPr id="11" name="Project name"/>
          <p:cNvSpPr txBox="1"/>
          <p:nvPr/>
        </p:nvSpPr>
        <p:spPr>
          <a:xfrm>
            <a:off x="621792" y="1874520"/>
            <a:ext cx="5120640" cy="54864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US" sz="3000" b="1" dirty="0">
                <a:solidFill>
                  <a:srgbClr val="1A3682"/>
                </a:solidFill>
              </a:rPr>
              <a:t xml:space="preserve">Profit Calculation</a:t>
            </a:r>
          </a:p>
        </p:txBody>
      </p:sp>
      <p:sp>
        <p:nvSpPr>
          <p:cNvPr id="12" name="One-sentence summary"/>
          <p:cNvSpPr txBox="1"/>
          <p:nvPr/>
        </p:nvSpPr>
        <p:spPr>
          <a:xfrm>
            <a:off x="621792" y="2514600"/>
            <a:ext cx="5120640" cy="1051560"/>
          </a:xfrm>
          <a:prstGeom prst="rect">
            <a:avLst/>
          </a:prstGeom>
          <a:noFill/>
          <a:ln>
            <a:noFill/>
          </a:ln>
        </p:spPr>
        <p:txBody>
          <a:bodyPr wrap="square" lIns="0" tIns="0" rIns="0" bIns="0" anchor="t" rtlCol="0">
            <a:noAutofit/>
          </a:bodyPr>
          <a:lstStyle/>
          <a:p>
            <a:pPr algn="l" marL="0" indent="0">
              <a:lnSpc>
                <a:spcPct val="105000"/>
              </a:lnSpc>
              <a:spcBef>
                <a:spcPts val="0"/>
              </a:spcBef>
              <a:spcAft>
                <a:spcPts val="0"/>
              </a:spcAft>
              <a:buNone/>
            </a:pPr>
            <a:r>
              <a:rPr lang="en-US" sz="1600" b="0" dirty="0"/>
              <a:t xml:space="preserve">A web application where the Finance Department picks a shipment, enters its income and costs, and instantly sees the profit or loss, with a history of every calculation.</a:t>
            </a:r>
          </a:p>
        </p:txBody>
      </p:sp>
      <p:sp>
        <p:nvSpPr>
          <p:cNvPr id="13" name="Presenter"/>
          <p:cNvSpPr txBox="1"/>
          <p:nvPr/>
        </p:nvSpPr>
        <p:spPr>
          <a:xfrm>
            <a:off x="621792" y="3749040"/>
            <a:ext cx="5120640" cy="731520"/>
          </a:xfrm>
          <a:prstGeom prst="rect">
            <a:avLst/>
          </a:prstGeom>
          <a:noFill/>
          <a:ln>
            <a:noFill/>
          </a:ln>
        </p:spPr>
        <p:txBody>
          <a:bodyPr wrap="square" lIns="0" tIns="0" rIns="0" bIns="0" anchor="t" rtlCol="0">
            <a:noAutofit/>
          </a:bodyPr>
          <a:lstStyle/>
          <a:p>
            <a:pPr algn="l" marL="0" indent="0">
              <a:spcBef>
                <a:spcPts val="0"/>
              </a:spcBef>
              <a:spcAft>
                <a:spcPts val="200"/>
              </a:spcAft>
              <a:buNone/>
            </a:pPr>
            <a:r>
              <a:rPr lang="en-US" sz="1800" b="1" dirty="0"/>
              <a:t xml:space="preserve">Francisco Conceição</a:t>
            </a:r>
          </a:p>
          <a:p>
            <a:pPr algn="l" marL="0" indent="0">
              <a:spcBef>
                <a:spcPts val="0"/>
              </a:spcBef>
              <a:spcAft>
                <a:spcPts val="0"/>
              </a:spcAft>
              <a:buNone/>
            </a:pPr>
            <a:r>
              <a:rPr lang="en-US" sz="1400" b="0" dirty="0">
                <a:solidFill>
                  <a:srgbClr val="5F6368"/>
                </a:solidFill>
              </a:rPr>
              <a:t xml:space="preserve">Candidate for Software Engineer</a:t>
            </a:r>
          </a:p>
        </p:txBody>
      </p:sp>
      <p:sp>
        <p:nvSpPr>
          <p:cNvPr id="14" name="Tech Java 17"/>
          <p:cNvSpPr/>
          <p:nvPr/>
        </p:nvSpPr>
        <p:spPr>
          <a:xfrm>
            <a:off x="621792" y="4663440"/>
            <a:ext cx="1143000" cy="420624"/>
          </a:xfrm>
          <a:prstGeom prst="roundRect">
            <a:avLst>
              <a:gd name="adj" fmla="val 50000"/>
            </a:avLst>
          </a:prstGeom>
          <a:solidFill>
            <a:srgbClr val="EEF1F8"/>
          </a:solidFill>
          <a:ln>
            <a:noFill/>
          </a:ln>
        </p:spPr>
        <p:txBody>
          <a:bodyPr wrap="square" lIns="45720" tIns="0" rIns="45720" bIns="0" anchor="ctr" rtlCol="0">
            <a:noAutofit/>
          </a:bodyPr>
          <a:lstStyle/>
          <a:p>
            <a:pPr algn="ctr" marL="0" indent="0">
              <a:spcBef>
                <a:spcPts val="0"/>
              </a:spcBef>
              <a:spcAft>
                <a:spcPts val="0"/>
              </a:spcAft>
              <a:buNone/>
            </a:pPr>
            <a:r>
              <a:rPr lang="en-US" sz="1400" b="1" dirty="0">
                <a:solidFill>
                  <a:srgbClr val="1A3682"/>
                </a:solidFill>
              </a:rPr>
              <a:t xml:space="preserve">Java 17</a:t>
            </a:r>
          </a:p>
        </p:txBody>
      </p:sp>
      <p:sp>
        <p:nvSpPr>
          <p:cNvPr id="15" name="Tech Spring Boot 3.1.5"/>
          <p:cNvSpPr/>
          <p:nvPr/>
        </p:nvSpPr>
        <p:spPr>
          <a:xfrm>
            <a:off x="1901952" y="4663440"/>
            <a:ext cx="1874520" cy="420624"/>
          </a:xfrm>
          <a:prstGeom prst="roundRect">
            <a:avLst>
              <a:gd name="adj" fmla="val 50000"/>
            </a:avLst>
          </a:prstGeom>
          <a:solidFill>
            <a:srgbClr val="EEF1F8"/>
          </a:solidFill>
          <a:ln>
            <a:noFill/>
          </a:ln>
        </p:spPr>
        <p:txBody>
          <a:bodyPr wrap="square" lIns="45720" tIns="0" rIns="45720" bIns="0" anchor="ctr" rtlCol="0">
            <a:noAutofit/>
          </a:bodyPr>
          <a:lstStyle/>
          <a:p>
            <a:pPr algn="ctr" marL="0" indent="0">
              <a:spcBef>
                <a:spcPts val="0"/>
              </a:spcBef>
              <a:spcAft>
                <a:spcPts val="0"/>
              </a:spcAft>
              <a:buNone/>
            </a:pPr>
            <a:r>
              <a:rPr lang="en-US" sz="1400" b="1" dirty="0">
                <a:solidFill>
                  <a:srgbClr val="1A3682"/>
                </a:solidFill>
              </a:rPr>
              <a:t xml:space="preserve">Spring Boot 3.1.5</a:t>
            </a:r>
          </a:p>
        </p:txBody>
      </p:sp>
      <p:sp>
        <p:nvSpPr>
          <p:cNvPr id="16" name="Tech Angular 17.1"/>
          <p:cNvSpPr/>
          <p:nvPr/>
        </p:nvSpPr>
        <p:spPr>
          <a:xfrm>
            <a:off x="3913632" y="4663440"/>
            <a:ext cx="1463040" cy="420624"/>
          </a:xfrm>
          <a:prstGeom prst="roundRect">
            <a:avLst>
              <a:gd name="adj" fmla="val 50000"/>
            </a:avLst>
          </a:prstGeom>
          <a:solidFill>
            <a:srgbClr val="EEF1F8"/>
          </a:solidFill>
          <a:ln>
            <a:noFill/>
          </a:ln>
        </p:spPr>
        <p:txBody>
          <a:bodyPr wrap="square" lIns="45720" tIns="0" rIns="45720" bIns="0" anchor="ctr" rtlCol="0">
            <a:noAutofit/>
          </a:bodyPr>
          <a:lstStyle/>
          <a:p>
            <a:pPr algn="ctr" marL="0" indent="0">
              <a:spcBef>
                <a:spcPts val="0"/>
              </a:spcBef>
              <a:spcAft>
                <a:spcPts val="0"/>
              </a:spcAft>
              <a:buNone/>
            </a:pPr>
            <a:r>
              <a:rPr lang="en-US" sz="1400" b="1" dirty="0">
                <a:solidFill>
                  <a:srgbClr val="1A3682"/>
                </a:solidFill>
              </a:rPr>
              <a:t xml:space="preserve">Angular 17.1</a:t>
            </a:r>
          </a:p>
        </p:txBody>
      </p:sp>
      <p:sp>
        <p:nvSpPr>
          <p:cNvPr id="17" name="Tech extras"/>
          <p:cNvSpPr txBox="1"/>
          <p:nvPr/>
        </p:nvSpPr>
        <p:spPr>
          <a:xfrm>
            <a:off x="621792" y="5230368"/>
            <a:ext cx="5120640" cy="32004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US" sz="1200" b="0" dirty="0">
                <a:solidFill>
                  <a:srgbClr val="5F6368"/>
                </a:solidFill>
              </a:rPr>
              <a:t xml:space="preserve">plus H2 in-memory database · Angular Material 17.3 · Bootstrap 5.3</a:t>
            </a:r>
          </a:p>
        </p:txBody>
      </p:sp>
      <p:pic>
        <p:nvPicPr>
          <p:cNvPr id="18" name="App screenshot" descr="Calculate Profit page of the application"/>
          <p:cNvPicPr>
            <a:picLocks noChangeAspect="1"/>
          </p:cNvPicPr>
          <p:nvPr/>
        </p:nvPicPr>
        <p:blipFill>
          <a:blip r:embed="rIdImg1"/>
          <a:stretch>
            <a:fillRect/>
          </a:stretch>
        </p:blipFill>
        <p:spPr>
          <a:xfrm>
            <a:off x="6035040" y="1874520"/>
            <a:ext cx="5559552" cy="2818181"/>
          </a:xfrm>
          <a:prstGeom prst="rect">
            <a:avLst/>
          </a:prstGeom>
          <a:ln w="9525">
            <a:solidFill>
              <a:srgbClr val="C9CED8"/>
            </a:solidFill>
          </a:ln>
        </p:spPr>
      </p:pic>
      <p:sp>
        <p:nvSpPr>
          <p:cNvPr id="19" name="Screenshot caption"/>
          <p:cNvSpPr txBox="1"/>
          <p:nvPr/>
        </p:nvSpPr>
        <p:spPr>
          <a:xfrm>
            <a:off x="6035040" y="4800600"/>
            <a:ext cx="5559552"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US" sz="1100" b="0" dirty="0">
                <a:solidFill>
                  <a:srgbClr val="5F6368"/>
                </a:solidFill>
              </a:rPr>
              <a:t xml:space="preserve">Calculate Profit page: shipment, income and costs, and the calculation history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vert="horz" anchor="t">
            <a:normAutofit/>
          </a:bodyPr>
          <a:lstStyle/>
          <a:p>
            <a:r>
              <a:rPr lang="en-US" sz="3200" b="1" dirty="0"/>
              <a:t>Profit Calculation: </a:t>
            </a:r>
            <a:r>
              <a:rPr lang="en-US" sz="3200" b="0" dirty="0"/>
              <a:t>Business Problem and Requirements</a:t>
            </a:r>
          </a:p>
        </p:txBody>
      </p:sp>
      <p:sp>
        <p:nvSpPr>
          <p:cNvPr id="3" name="Subtitle"/>
          <p:cNvSpPr>
            <a:spLocks noGrp="1"/>
          </p:cNvSpPr>
          <p:nvPr>
            <p:ph type="body" sz="quarter" idx="11"/>
          </p:nvPr>
        </p:nvSpPr>
        <p:spPr>
          <a:xfrm>
            <a:off x="621792" y="1298448"/>
            <a:ext cx="10607040" cy="384048"/>
          </a:xfrm>
        </p:spPr>
        <p:txBody>
          <a:bodyPr lIns="0" tIns="0" rIns="0" bIns="0">
            <a:noAutofit/>
          </a:bodyPr>
          <a:lstStyle/>
          <a:p>
            <a:r>
              <a:rPr lang="en-US" sz="2200" b="1" dirty="0"/>
              <a:t>Why the Finance Department needs it</a:t>
            </a:r>
          </a:p>
        </p:txBody>
      </p:sp>
      <p:sp>
        <p:nvSpPr>
          <p:cNvPr id="4" name="Slide Number"/>
          <p:cNvSpPr>
            <a:spLocks noGrp="1"/>
          </p:cNvSpPr>
          <p:nvPr>
            <p:ph type="sldNum" sz="quarter" idx="12"/>
          </p:nvPr>
        </p:nvSpPr>
        <p:spPr/>
        <p:txBody>
          <a:bodyPr/>
          <a:lstStyle/>
          <a:p>
            <a:fld id="{D29D5D5B-1E8F-47C0-A83E-FCAC38D52D33}" type="slidenum">
              <a:rPr lang="en-US"/>
              <a:t>&lt;#&gt;</a:t>
            </a:fld>
            <a:endParaRPr lang="en-US"/>
          </a:p>
        </p:txBody>
      </p:sp>
      <p:sp>
        <p:nvSpPr>
          <p:cNvPr id="11" name="Step 1"/>
          <p:cNvSpPr/>
          <p:nvPr/>
        </p:nvSpPr>
        <p:spPr>
          <a:xfrm>
            <a:off x="621792" y="1828800"/>
            <a:ext cx="384048" cy="384048"/>
          </a:xfrm>
          <a:prstGeom prst="ellipse">
            <a:avLst/>
          </a:prstGeom>
          <a:solidFill>
            <a:srgbClr val="FBBA00"/>
          </a:solidFill>
          <a:ln>
            <a:noFill/>
          </a:ln>
        </p:spPr>
        <p:txBody>
          <a:bodyPr wrap="square" lIns="0" tIns="0" rIns="0" bIns="0" anchor="ctr" rtlCol="0">
            <a:noAutofit/>
          </a:bodyPr>
          <a:lstStyle/>
          <a:p>
            <a:pPr algn="ctr" marL="0" indent="0">
              <a:spcBef>
                <a:spcPts val="0"/>
              </a:spcBef>
              <a:spcAft>
                <a:spcPts val="0"/>
              </a:spcAft>
              <a:buNone/>
            </a:pPr>
            <a:r>
              <a:rPr lang="en-US" sz="1400" b="1" dirty="0">
                <a:solidFill>
                  <a:srgbClr val="1A3682"/>
                </a:solidFill>
              </a:rPr>
              <a:t xml:space="preserve">1</a:t>
            </a:r>
          </a:p>
        </p:txBody>
      </p:sp>
      <p:sp>
        <p:nvSpPr>
          <p:cNvPr id="12" name="The problem"/>
          <p:cNvSpPr txBox="1"/>
          <p:nvPr/>
        </p:nvSpPr>
        <p:spPr>
          <a:xfrm>
            <a:off x="1188720" y="1865376"/>
            <a:ext cx="4846320" cy="32004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US" sz="1600" b="1" dirty="0">
                <a:solidFill>
                  <a:srgbClr val="1A3682"/>
                </a:solidFill>
              </a:rPr>
              <a:t xml:space="preserve">The problem</a:t>
            </a:r>
          </a:p>
        </p:txBody>
      </p:sp>
      <p:sp>
        <p:nvSpPr>
          <p:cNvPr id="13" name="The problem text"/>
          <p:cNvSpPr txBox="1"/>
          <p:nvPr/>
        </p:nvSpPr>
        <p:spPr>
          <a:xfrm>
            <a:off x="1188720" y="2231136"/>
            <a:ext cx="4846320" cy="731520"/>
          </a:xfrm>
          <a:prstGeom prst="rect">
            <a:avLst/>
          </a:prstGeom>
          <a:noFill/>
          <a:ln>
            <a:noFill/>
          </a:ln>
        </p:spPr>
        <p:txBody>
          <a:bodyPr wrap="square" lIns="0" tIns="0" rIns="0" bIns="0" anchor="t" rtlCol="0">
            <a:noAutofit/>
          </a:bodyPr>
          <a:lstStyle/>
          <a:p>
            <a:pPr algn="l" marL="0" indent="0">
              <a:lnSpc>
                <a:spcPct val="105000"/>
              </a:lnSpc>
              <a:spcBef>
                <a:spcPts val="0"/>
              </a:spcBef>
              <a:spcAft>
                <a:spcPts val="0"/>
              </a:spcAft>
              <a:buNone/>
            </a:pPr>
            <a:r>
              <a:rPr lang="en-US" sz="1400" b="0" dirty="0"/>
              <a:t xml:space="preserve">For every main-carriage shipment, Finance needs to know whether the customer payment covered the cost of providing the service.</a:t>
            </a:r>
          </a:p>
        </p:txBody>
      </p:sp>
      <p:sp>
        <p:nvSpPr>
          <p:cNvPr id="14" name="Step 2"/>
          <p:cNvSpPr/>
          <p:nvPr/>
        </p:nvSpPr>
        <p:spPr>
          <a:xfrm>
            <a:off x="621792" y="3063240"/>
            <a:ext cx="384048" cy="384048"/>
          </a:xfrm>
          <a:prstGeom prst="ellipse">
            <a:avLst/>
          </a:prstGeom>
          <a:solidFill>
            <a:srgbClr val="FBBA00"/>
          </a:solidFill>
          <a:ln>
            <a:noFill/>
          </a:ln>
        </p:spPr>
        <p:txBody>
          <a:bodyPr wrap="square" lIns="0" tIns="0" rIns="0" bIns="0" anchor="ctr" rtlCol="0">
            <a:noAutofit/>
          </a:bodyPr>
          <a:lstStyle/>
          <a:p>
            <a:pPr algn="ctr" marL="0" indent="0">
              <a:spcBef>
                <a:spcPts val="0"/>
              </a:spcBef>
              <a:spcAft>
                <a:spcPts val="0"/>
              </a:spcAft>
              <a:buNone/>
            </a:pPr>
            <a:r>
              <a:rPr lang="en-US" sz="1400" b="1" dirty="0">
                <a:solidFill>
                  <a:srgbClr val="1A3682"/>
                </a:solidFill>
              </a:rPr>
              <a:t xml:space="preserve">2</a:t>
            </a:r>
          </a:p>
        </p:txBody>
      </p:sp>
      <p:sp>
        <p:nvSpPr>
          <p:cNvPr id="15" name="Who uses it"/>
          <p:cNvSpPr txBox="1"/>
          <p:nvPr/>
        </p:nvSpPr>
        <p:spPr>
          <a:xfrm>
            <a:off x="1188720" y="3099816"/>
            <a:ext cx="4846320" cy="32004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US" sz="1600" b="1" dirty="0">
                <a:solidFill>
                  <a:srgbClr val="1A3682"/>
                </a:solidFill>
              </a:rPr>
              <a:t xml:space="preserve">Who uses it</a:t>
            </a:r>
          </a:p>
        </p:txBody>
      </p:sp>
      <p:sp>
        <p:nvSpPr>
          <p:cNvPr id="16" name="Who uses it text"/>
          <p:cNvSpPr txBox="1"/>
          <p:nvPr/>
        </p:nvSpPr>
        <p:spPr>
          <a:xfrm>
            <a:off x="1188720" y="3465576"/>
            <a:ext cx="4846320" cy="502920"/>
          </a:xfrm>
          <a:prstGeom prst="rect">
            <a:avLst/>
          </a:prstGeom>
          <a:noFill/>
          <a:ln>
            <a:noFill/>
          </a:ln>
        </p:spPr>
        <p:txBody>
          <a:bodyPr wrap="square" lIns="0" tIns="0" rIns="0" bIns="0" anchor="t" rtlCol="0">
            <a:noAutofit/>
          </a:bodyPr>
          <a:lstStyle/>
          <a:p>
            <a:pPr algn="l" marL="0" indent="0">
              <a:lnSpc>
                <a:spcPct val="105000"/>
              </a:lnSpc>
              <a:spcBef>
                <a:spcPts val="0"/>
              </a:spcBef>
              <a:spcAft>
                <a:spcPts val="0"/>
              </a:spcAft>
              <a:buNone/>
            </a:pPr>
            <a:r>
              <a:rPr lang="en-US" sz="1400" b="0" dirty="0"/>
              <a:t xml:space="preserve">The Finance Department. Customers pay for shipments but are not users of the application.</a:t>
            </a:r>
          </a:p>
        </p:txBody>
      </p:sp>
      <p:sp>
        <p:nvSpPr>
          <p:cNvPr id="17" name="Step 3"/>
          <p:cNvSpPr/>
          <p:nvPr/>
        </p:nvSpPr>
        <p:spPr>
          <a:xfrm>
            <a:off x="621792" y="4114800"/>
            <a:ext cx="384048" cy="384048"/>
          </a:xfrm>
          <a:prstGeom prst="ellipse">
            <a:avLst/>
          </a:prstGeom>
          <a:solidFill>
            <a:srgbClr val="FBBA00"/>
          </a:solidFill>
          <a:ln>
            <a:noFill/>
          </a:ln>
        </p:spPr>
        <p:txBody>
          <a:bodyPr wrap="square" lIns="0" tIns="0" rIns="0" bIns="0" anchor="ctr" rtlCol="0">
            <a:noAutofit/>
          </a:bodyPr>
          <a:lstStyle/>
          <a:p>
            <a:pPr algn="ctr" marL="0" indent="0">
              <a:spcBef>
                <a:spcPts val="0"/>
              </a:spcBef>
              <a:spcAft>
                <a:spcPts val="0"/>
              </a:spcAft>
              <a:buNone/>
            </a:pPr>
            <a:r>
              <a:rPr lang="en-US" sz="1400" b="1" dirty="0">
                <a:solidFill>
                  <a:srgbClr val="1A3682"/>
                </a:solidFill>
              </a:rPr>
              <a:t xml:space="preserve">3</a:t>
            </a:r>
          </a:p>
        </p:txBody>
      </p:sp>
      <p:sp>
        <p:nvSpPr>
          <p:cNvPr id="18" name="Functional requirements"/>
          <p:cNvSpPr txBox="1"/>
          <p:nvPr/>
        </p:nvSpPr>
        <p:spPr>
          <a:xfrm>
            <a:off x="1188720" y="4151376"/>
            <a:ext cx="4846320" cy="32004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US" sz="1600" b="1" dirty="0">
                <a:solidFill>
                  <a:srgbClr val="1A3682"/>
                </a:solidFill>
              </a:rPr>
              <a:t xml:space="preserve">Functional requirements</a:t>
            </a:r>
          </a:p>
        </p:txBody>
      </p:sp>
      <p:sp>
        <p:nvSpPr>
          <p:cNvPr id="19" name="Functional requirements text"/>
          <p:cNvSpPr txBox="1"/>
          <p:nvPr/>
        </p:nvSpPr>
        <p:spPr>
          <a:xfrm>
            <a:off x="1188720" y="4517136"/>
            <a:ext cx="4846320" cy="1097280"/>
          </a:xfrm>
          <a:prstGeom prst="rect">
            <a:avLst/>
          </a:prstGeom>
          <a:noFill/>
          <a:ln>
            <a:noFill/>
          </a:ln>
        </p:spPr>
        <p:txBody>
          <a:bodyPr wrap="square" lIns="0" tIns="0" rIns="0" bIns="0" anchor="t" rtlCol="0">
            <a:noAutofit/>
          </a:bodyPr>
          <a:lstStyle/>
          <a:p>
            <a:pPr algn="l" marL="0" indent="0">
              <a:spcBef>
                <a:spcPts val="0"/>
              </a:spcBef>
              <a:spcAft>
                <a:spcPts val="400"/>
              </a:spcAft>
              <a:buNone/>
            </a:pPr>
            <a:r>
              <a:rPr lang="en-US" sz="1400" b="1" dirty="0">
                <a:solidFill>
                  <a:srgbClr val="1A3682"/>
                </a:solidFill>
              </a:rPr>
              <a:t xml:space="preserve">FR1 </a:t>
            </a:r>
            <a:r>
              <a:rPr lang="en-US" sz="1400" b="0" dirty="0"/>
              <a:t xml:space="preserve">Handle the customer income of each shipment</a:t>
            </a:r>
          </a:p>
          <a:p>
            <a:pPr algn="l" marL="0" indent="0">
              <a:spcBef>
                <a:spcPts val="0"/>
              </a:spcBef>
              <a:spcAft>
                <a:spcPts val="400"/>
              </a:spcAft>
              <a:buNone/>
            </a:pPr>
            <a:r>
              <a:rPr lang="en-US" sz="1400" b="1" dirty="0">
                <a:solidFill>
                  <a:srgbClr val="1A3682"/>
                </a:solidFill>
              </a:rPr>
              <a:t xml:space="preserve">FR2 </a:t>
            </a:r>
            <a:r>
              <a:rPr lang="en-US" sz="1400" b="0" dirty="0"/>
              <a:t xml:space="preserve">Handle all costs of the service provision</a:t>
            </a:r>
          </a:p>
          <a:p>
            <a:pPr algn="l" marL="0" indent="0">
              <a:spcBef>
                <a:spcPts val="0"/>
              </a:spcBef>
              <a:spcAft>
                <a:spcPts val="400"/>
              </a:spcAft>
              <a:buNone/>
            </a:pPr>
            <a:r>
              <a:rPr lang="en-US" sz="1400" b="1" dirty="0">
                <a:solidFill>
                  <a:srgbClr val="1A3682"/>
                </a:solidFill>
              </a:rPr>
              <a:t xml:space="preserve">FR3 </a:t>
            </a:r>
            <a:r>
              <a:rPr lang="en-US" sz="1400" b="0" dirty="0"/>
              <a:t xml:space="preserve">Calculate the total profit or loss per shipment</a:t>
            </a:r>
          </a:p>
        </p:txBody>
      </p:sp>
      <p:sp>
        <p:nvSpPr>
          <p:cNvPr id="20" name="Formula"/>
          <p:cNvSpPr/>
          <p:nvPr/>
        </p:nvSpPr>
        <p:spPr>
          <a:xfrm>
            <a:off x="6400800" y="1828800"/>
            <a:ext cx="5193792" cy="1417320"/>
          </a:xfrm>
          <a:prstGeom prst="roundRect">
            <a:avLst>
              <a:gd name="adj" fmla="val 8000"/>
            </a:avLst>
          </a:prstGeom>
          <a:solidFill>
            <a:srgbClr val="1A3682"/>
          </a:solidFill>
          <a:ln>
            <a:noFill/>
          </a:ln>
        </p:spPr>
        <p:txBody>
          <a:bodyPr wrap="square" lIns="109728" tIns="73152" rIns="109728" bIns="73152" anchor="ctr" rtlCol="0">
            <a:noAutofit/>
          </a:bodyPr>
          <a:lstStyle/>
          <a:p>
            <a:pPr algn="ctr" marL="0" indent="0">
              <a:spcBef>
                <a:spcPts val="0"/>
              </a:spcBef>
              <a:spcAft>
                <a:spcPts val="600"/>
              </a:spcAft>
              <a:buNone/>
            </a:pPr>
            <a:r>
              <a:rPr lang="en-US" sz="3200" b="1" dirty="0">
                <a:solidFill>
                  <a:srgbClr val="FFFFFF"/>
                </a:solidFill>
              </a:rPr>
              <a:t xml:space="preserve">Profit = Income − Costs</a:t>
            </a:r>
          </a:p>
          <a:p>
            <a:pPr algn="ctr" marL="0" indent="0">
              <a:spcBef>
                <a:spcPts val="0"/>
              </a:spcBef>
              <a:spcAft>
                <a:spcPts val="0"/>
              </a:spcAft>
              <a:buNone/>
            </a:pPr>
            <a:r>
              <a:rPr lang="en-US" sz="1400" b="0" dirty="0">
                <a:solidFill>
                  <a:srgbClr val="FDD973"/>
                </a:solidFill>
              </a:rPr>
              <a:t xml:space="preserve">Costs = Cost + Additional cost  ·  negative result = loss</a:t>
            </a:r>
          </a:p>
        </p:txBody>
      </p:sp>
      <p:sp>
        <p:nvSpPr>
          <p:cNvPr id="21" name="Assumptions"/>
          <p:cNvSpPr/>
          <p:nvPr/>
        </p:nvSpPr>
        <p:spPr>
          <a:xfrm>
            <a:off x="6400800" y="3474720"/>
            <a:ext cx="5193792" cy="2743200"/>
          </a:xfrm>
          <a:prstGeom prst="roundRect">
            <a:avLst>
              <a:gd name="adj" fmla="val 5000"/>
            </a:avLst>
          </a:prstGeom>
          <a:solidFill>
            <a:srgbClr val="EEF1F8"/>
          </a:solidFill>
          <a:ln>
            <a:noFill/>
          </a:ln>
        </p:spPr>
        <p:txBody>
          <a:bodyPr wrap="square" lIns="228600" tIns="182880" rIns="228600" bIns="137160" anchor="t" rtlCol="0">
            <a:noAutofit/>
          </a:bodyPr>
          <a:lstStyle/>
          <a:p>
            <a:pPr algn="l" marL="0" indent="0">
              <a:spcBef>
                <a:spcPts val="0"/>
              </a:spcBef>
              <a:spcAft>
                <a:spcPts val="800"/>
              </a:spcAft>
              <a:buNone/>
            </a:pPr>
            <a:r>
              <a:rPr lang="en-US" sz="1600" b="1" dirty="0">
                <a:solidFill>
                  <a:srgbClr val="1A3682"/>
                </a:solidFill>
              </a:rPr>
              <a:t xml:space="preserve">Assumptions and clarifications</a:t>
            </a:r>
          </a:p>
          <a:p>
            <a:pPr algn="l" marL="201168" indent="-201168">
              <a:spcBef>
                <a:spcPts val="0"/>
              </a:spcBef>
              <a:spcAft>
                <a:spcPts val="500"/>
              </a:spcAft>
              <a:buClr>
                <a:srgbClr val="1A3682"/>
              </a:buClr>
              <a:buFont typeface="Arial"/>
              <a:buChar char="•"/>
            </a:pPr>
            <a:r>
              <a:rPr lang="en-US" sz="1400" b="0" dirty="0"/>
              <a:t xml:space="preserve">Income is the customer payment for the shipment</a:t>
            </a:r>
          </a:p>
          <a:p>
            <a:pPr algn="l" marL="201168" indent="-201168">
              <a:spcBef>
                <a:spcPts val="0"/>
              </a:spcBef>
              <a:spcAft>
                <a:spcPts val="500"/>
              </a:spcAft>
              <a:buClr>
                <a:srgbClr val="1A3682"/>
              </a:buClr>
              <a:buFont typeface="Arial"/>
              <a:buChar char="•"/>
            </a:pPr>
            <a:r>
              <a:rPr lang="en-US" sz="1400" b="0" dirty="0"/>
              <a:t xml:space="preserve">Additional cost is optional; empty or 0 is not stored</a:t>
            </a:r>
          </a:p>
          <a:p>
            <a:pPr algn="l" marL="201168" indent="-201168">
              <a:spcBef>
                <a:spcPts val="0"/>
              </a:spcBef>
              <a:spcAft>
                <a:spcPts val="500"/>
              </a:spcAft>
              <a:buClr>
                <a:srgbClr val="1A3682"/>
              </a:buClr>
              <a:buFont typeface="Arial"/>
              <a:buChar char="•"/>
            </a:pPr>
            <a:r>
              <a:rPr lang="en-US" sz="1400" b="0" dirty="0"/>
              <a:t xml:space="preserve">Amounts are 0 or more, with up to 2 decimals</a:t>
            </a:r>
          </a:p>
          <a:p>
            <a:pPr algn="l" marL="201168" indent="-201168">
              <a:spcBef>
                <a:spcPts val="0"/>
              </a:spcBef>
              <a:spcAft>
                <a:spcPts val="500"/>
              </a:spcAft>
              <a:buClr>
                <a:srgbClr val="1A3682"/>
              </a:buClr>
              <a:buFont typeface="Arial"/>
              <a:buChar char="•"/>
            </a:pPr>
            <a:r>
              <a:rPr lang="en-US" sz="1400" b="0" dirty="0"/>
              <a:t xml:space="preserve">Each calculation is independent, as in the UI prototype</a:t>
            </a:r>
          </a:p>
          <a:p>
            <a:pPr algn="l" marL="201168" indent="-201168">
              <a:spcBef>
                <a:spcPts val="0"/>
              </a:spcBef>
              <a:spcAft>
                <a:spcPts val="500"/>
              </a:spcAft>
              <a:buClr>
                <a:srgbClr val="1A3682"/>
              </a:buClr>
              <a:buFont typeface="Arial"/>
              <a:buChar char="•"/>
            </a:pPr>
            <a:r>
              <a:rPr lang="en-US" sz="1400" b="0" dirty="0"/>
              <a:t xml:space="preserve">Every result is stored and listed newest first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vert="horz" anchor="t">
            <a:normAutofit/>
          </a:bodyPr>
          <a:lstStyle/>
          <a:p>
            <a:r>
              <a:rPr lang="en-US" sz="3200" b="1" dirty="0"/>
              <a:t>Profit Calculation: </a:t>
            </a:r>
            <a:r>
              <a:rPr lang="en-US" sz="3200" b="0" dirty="0"/>
              <a:t>Requirements and Use Cases</a:t>
            </a:r>
          </a:p>
        </p:txBody>
      </p:sp>
      <p:sp>
        <p:nvSpPr>
          <p:cNvPr id="3" name="Subtitle"/>
          <p:cNvSpPr>
            <a:spLocks noGrp="1"/>
          </p:cNvSpPr>
          <p:nvPr>
            <p:ph type="body" sz="quarter" idx="11"/>
          </p:nvPr>
        </p:nvSpPr>
        <p:spPr>
          <a:xfrm>
            <a:off x="621792" y="1298448"/>
            <a:ext cx="10607040" cy="384048"/>
          </a:xfrm>
        </p:spPr>
        <p:txBody>
          <a:bodyPr lIns="0" tIns="0" rIns="0" bIns="0">
            <a:noAutofit/>
          </a:bodyPr>
          <a:lstStyle/>
          <a:p>
            <a:r>
              <a:rPr lang="en-US" sz="2200" b="1" dirty="0"/>
              <a:t>What the Finance user can do</a:t>
            </a:r>
          </a:p>
        </p:txBody>
      </p:sp>
      <p:sp>
        <p:nvSpPr>
          <p:cNvPr id="4" name="Slide Number"/>
          <p:cNvSpPr>
            <a:spLocks noGrp="1"/>
          </p:cNvSpPr>
          <p:nvPr>
            <p:ph type="sldNum" sz="quarter" idx="12"/>
          </p:nvPr>
        </p:nvSpPr>
        <p:spPr/>
        <p:txBody>
          <a:bodyPr/>
          <a:lstStyle/>
          <a:p>
            <a:fld id="{D29D5D5B-1E8F-47C0-A83E-FCAC38D52D33}" type="slidenum">
              <a:rPr lang="en-US"/>
              <a:t>&lt;#&gt;</a:t>
            </a:fld>
            <a:endParaRPr lang="en-US"/>
          </a:p>
        </p:txBody>
      </p:sp>
      <p:sp>
        <p:nvSpPr>
          <p:cNvPr id="11" name="Actor head"/>
          <p:cNvSpPr/>
          <p:nvPr/>
        </p:nvSpPr>
        <p:spPr>
          <a:xfrm>
            <a:off x="868680" y="3017520"/>
            <a:ext cx="457200" cy="457200"/>
          </a:xfrm>
          <a:prstGeom prst="ellipse">
            <a:avLst/>
          </a:prstGeom>
          <a:solidFill>
            <a:srgbClr val="FFFFFF"/>
          </a:solidFill>
          <a:ln w="25400">
            <a:solidFill>
              <a:srgbClr val="1A3682"/>
            </a:solidFill>
          </a:ln>
        </p:spPr>
        <p:txBody>
          <a:bodyPr wrap="square" lIns="109728" tIns="73152" rIns="109728" bIns="73152" anchor="t" rtlCol="0">
            <a:noAutofit/>
          </a:bodyPr>
          <a:lstStyle/>
          <a:p>
            <a:pPr algn="l" marL="0" indent="0">
              <a:spcBef>
                <a:spcPts val="0"/>
              </a:spcBef>
              <a:spcAft>
                <a:spcPts val="0"/>
              </a:spcAft>
              <a:buNone/>
            </a:pPr>
            <a:r>
              <a:rPr lang="en-US" sz="1400" b="0" dirty="0"/>
              <a:t xml:space="preserve"/>
            </a:r>
          </a:p>
        </p:txBody>
      </p:sp>
      <p:cxnSp>
        <p:nvCxnSpPr>
          <p:cNvPr id="12" name="Actor line 0"/>
          <p:cNvCxnSpPr/>
          <p:nvPr/>
        </p:nvCxnSpPr>
        <p:spPr>
          <a:xfrm>
            <a:off x="1097280" y="3474720"/>
            <a:ext cx="0" cy="822960"/>
          </a:xfrm>
          <a:prstGeom prst="line">
            <a:avLst/>
          </a:prstGeom>
          <a:ln w="25400">
            <a:solidFill>
              <a:srgbClr val="1A3682"/>
            </a:solidFill>
          </a:ln>
        </p:spPr>
      </p:cxnSp>
      <p:cxnSp>
        <p:nvCxnSpPr>
          <p:cNvPr id="13" name="Actor line 1"/>
          <p:cNvCxnSpPr/>
          <p:nvPr/>
        </p:nvCxnSpPr>
        <p:spPr>
          <a:xfrm>
            <a:off x="749808" y="3703320"/>
            <a:ext cx="694944" cy="0"/>
          </a:xfrm>
          <a:prstGeom prst="line">
            <a:avLst/>
          </a:prstGeom>
          <a:ln w="25400">
            <a:solidFill>
              <a:srgbClr val="1A3682"/>
            </a:solidFill>
          </a:ln>
        </p:spPr>
      </p:cxnSp>
      <p:cxnSp>
        <p:nvCxnSpPr>
          <p:cNvPr id="14" name="Actor line 2"/>
          <p:cNvCxnSpPr/>
          <p:nvPr/>
        </p:nvCxnSpPr>
        <p:spPr>
          <a:xfrm flipH="1">
            <a:off x="822960" y="4297680"/>
            <a:ext cx="274320" cy="457200"/>
          </a:xfrm>
          <a:prstGeom prst="line">
            <a:avLst/>
          </a:prstGeom>
          <a:ln w="25400">
            <a:solidFill>
              <a:srgbClr val="1A3682"/>
            </a:solidFill>
          </a:ln>
        </p:spPr>
      </p:cxnSp>
      <p:cxnSp>
        <p:nvCxnSpPr>
          <p:cNvPr id="15" name="Actor line 3"/>
          <p:cNvCxnSpPr/>
          <p:nvPr/>
        </p:nvCxnSpPr>
        <p:spPr>
          <a:xfrm>
            <a:off x="1097280" y="4297680"/>
            <a:ext cx="274320" cy="457200"/>
          </a:xfrm>
          <a:prstGeom prst="line">
            <a:avLst/>
          </a:prstGeom>
          <a:ln w="25400">
            <a:solidFill>
              <a:srgbClr val="1A3682"/>
            </a:solidFill>
          </a:ln>
        </p:spPr>
      </p:cxnSp>
      <p:sp>
        <p:nvSpPr>
          <p:cNvPr id="16" name="Actor label"/>
          <p:cNvSpPr txBox="1"/>
          <p:nvPr/>
        </p:nvSpPr>
        <p:spPr>
          <a:xfrm>
            <a:off x="411480" y="4846320"/>
            <a:ext cx="1371600" cy="32004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en-US" sz="1400" b="1" dirty="0"/>
              <a:t xml:space="preserve">Finance user</a:t>
            </a:r>
          </a:p>
        </p:txBody>
      </p:sp>
      <p:sp>
        <p:nvSpPr>
          <p:cNvPr id="17" name="System boundary"/>
          <p:cNvSpPr/>
          <p:nvPr/>
        </p:nvSpPr>
        <p:spPr>
          <a:xfrm>
            <a:off x="2377440" y="1828800"/>
            <a:ext cx="5120640" cy="4434840"/>
          </a:xfrm>
          <a:prstGeom prst="roundRect">
            <a:avLst>
              <a:gd name="adj" fmla="val 4000"/>
            </a:avLst>
          </a:prstGeom>
          <a:noFill/>
          <a:ln w="15875">
            <a:solidFill>
              <a:srgbClr val="1A3682"/>
            </a:solidFill>
          </a:ln>
        </p:spPr>
        <p:txBody>
          <a:bodyPr wrap="square" lIns="182880" tIns="109728" rIns="182880" bIns="91440" anchor="t" rtlCol="0">
            <a:noAutofit/>
          </a:bodyPr>
          <a:lstStyle/>
          <a:p>
            <a:pPr algn="l" marL="0" indent="0">
              <a:spcBef>
                <a:spcPts val="0"/>
              </a:spcBef>
              <a:spcAft>
                <a:spcPts val="0"/>
              </a:spcAft>
              <a:buNone/>
            </a:pPr>
            <a:r>
              <a:rPr lang="en-US" sz="1400" b="1" dirty="0">
                <a:solidFill>
                  <a:srgbClr val="1A3682"/>
                </a:solidFill>
              </a:rPr>
              <a:t xml:space="preserve">Calculate Profit application</a:t>
            </a:r>
          </a:p>
        </p:txBody>
      </p:sp>
      <p:cxnSp>
        <p:nvCxnSpPr>
          <p:cNvPr id="18" name="Association 1"/>
          <p:cNvCxnSpPr/>
          <p:nvPr/>
        </p:nvCxnSpPr>
        <p:spPr>
          <a:xfrm flipV="1">
            <a:off x="1554480" y="2660904"/>
            <a:ext cx="1554480" cy="1133856"/>
          </a:xfrm>
          <a:prstGeom prst="line">
            <a:avLst/>
          </a:prstGeom>
          <a:ln w="12700">
            <a:solidFill>
              <a:srgbClr val="5F6368"/>
            </a:solidFill>
          </a:ln>
        </p:spPr>
      </p:cxnSp>
      <p:sp>
        <p:nvSpPr>
          <p:cNvPr id="19" name="Use case 1"/>
          <p:cNvSpPr/>
          <p:nvPr/>
        </p:nvSpPr>
        <p:spPr>
          <a:xfrm>
            <a:off x="3108960" y="2377440"/>
            <a:ext cx="3840480" cy="566928"/>
          </a:xfrm>
          <a:prstGeom prst="ellipse">
            <a:avLst/>
          </a:prstGeom>
          <a:solidFill>
            <a:srgbClr val="EEF1F8"/>
          </a:solidFill>
          <a:ln w="12700">
            <a:solidFill>
              <a:srgbClr val="1A3682"/>
            </a:solidFill>
          </a:ln>
        </p:spPr>
        <p:txBody>
          <a:bodyPr wrap="square" lIns="91440" tIns="0" rIns="91440" bIns="0" anchor="ctr" rtlCol="0">
            <a:noAutofit/>
          </a:bodyPr>
          <a:lstStyle/>
          <a:p>
            <a:pPr algn="ctr" marL="0" indent="0">
              <a:spcBef>
                <a:spcPts val="0"/>
              </a:spcBef>
              <a:spcAft>
                <a:spcPts val="0"/>
              </a:spcAft>
              <a:buNone/>
            </a:pPr>
            <a:r>
              <a:rPr lang="en-US" sz="1400" b="0" dirty="0">
                <a:solidFill>
                  <a:srgbClr val="1A3682"/>
                </a:solidFill>
              </a:rPr>
              <a:t xml:space="preserve">Select a shipment</a:t>
            </a:r>
          </a:p>
        </p:txBody>
      </p:sp>
      <p:cxnSp>
        <p:nvCxnSpPr>
          <p:cNvPr id="20" name="Association 2"/>
          <p:cNvCxnSpPr/>
          <p:nvPr/>
        </p:nvCxnSpPr>
        <p:spPr>
          <a:xfrm flipV="1">
            <a:off x="1554480" y="3410712"/>
            <a:ext cx="1554480" cy="384048"/>
          </a:xfrm>
          <a:prstGeom prst="line">
            <a:avLst/>
          </a:prstGeom>
          <a:ln w="12700">
            <a:solidFill>
              <a:srgbClr val="5F6368"/>
            </a:solidFill>
          </a:ln>
        </p:spPr>
      </p:cxnSp>
      <p:sp>
        <p:nvSpPr>
          <p:cNvPr id="21" name="Use case 2"/>
          <p:cNvSpPr/>
          <p:nvPr/>
        </p:nvSpPr>
        <p:spPr>
          <a:xfrm>
            <a:off x="3108960" y="3127248"/>
            <a:ext cx="3840480" cy="566928"/>
          </a:xfrm>
          <a:prstGeom prst="ellipse">
            <a:avLst/>
          </a:prstGeom>
          <a:solidFill>
            <a:srgbClr val="EEF1F8"/>
          </a:solidFill>
          <a:ln w="12700">
            <a:solidFill>
              <a:srgbClr val="1A3682"/>
            </a:solidFill>
          </a:ln>
        </p:spPr>
        <p:txBody>
          <a:bodyPr wrap="square" lIns="91440" tIns="0" rIns="91440" bIns="0" anchor="ctr" rtlCol="0">
            <a:noAutofit/>
          </a:bodyPr>
          <a:lstStyle/>
          <a:p>
            <a:pPr algn="ctr" marL="0" indent="0">
              <a:spcBef>
                <a:spcPts val="0"/>
              </a:spcBef>
              <a:spcAft>
                <a:spcPts val="0"/>
              </a:spcAft>
              <a:buNone/>
            </a:pPr>
            <a:r>
              <a:rPr lang="en-US" sz="1400" b="0" dirty="0">
                <a:solidFill>
                  <a:srgbClr val="1A3682"/>
                </a:solidFill>
              </a:rPr>
              <a:t xml:space="preserve">Enter income and costs</a:t>
            </a:r>
          </a:p>
        </p:txBody>
      </p:sp>
      <p:cxnSp>
        <p:nvCxnSpPr>
          <p:cNvPr id="22" name="Association 3"/>
          <p:cNvCxnSpPr/>
          <p:nvPr/>
        </p:nvCxnSpPr>
        <p:spPr>
          <a:xfrm>
            <a:off x="1554480" y="3794760"/>
            <a:ext cx="1554480" cy="365760"/>
          </a:xfrm>
          <a:prstGeom prst="line">
            <a:avLst/>
          </a:prstGeom>
          <a:ln w="12700">
            <a:solidFill>
              <a:srgbClr val="5F6368"/>
            </a:solidFill>
          </a:ln>
        </p:spPr>
      </p:cxnSp>
      <p:sp>
        <p:nvSpPr>
          <p:cNvPr id="23" name="Use case 3"/>
          <p:cNvSpPr/>
          <p:nvPr/>
        </p:nvSpPr>
        <p:spPr>
          <a:xfrm>
            <a:off x="3108960" y="3877056"/>
            <a:ext cx="3840480" cy="566928"/>
          </a:xfrm>
          <a:prstGeom prst="ellipse">
            <a:avLst/>
          </a:prstGeom>
          <a:solidFill>
            <a:srgbClr val="EEF1F8"/>
          </a:solidFill>
          <a:ln w="12700">
            <a:solidFill>
              <a:srgbClr val="1A3682"/>
            </a:solidFill>
          </a:ln>
        </p:spPr>
        <p:txBody>
          <a:bodyPr wrap="square" lIns="91440" tIns="0" rIns="91440" bIns="0" anchor="ctr" rtlCol="0">
            <a:noAutofit/>
          </a:bodyPr>
          <a:lstStyle/>
          <a:p>
            <a:pPr algn="ctr" marL="0" indent="0">
              <a:spcBef>
                <a:spcPts val="0"/>
              </a:spcBef>
              <a:spcAft>
                <a:spcPts val="0"/>
              </a:spcAft>
              <a:buNone/>
            </a:pPr>
            <a:r>
              <a:rPr lang="en-US" sz="1400" b="0" dirty="0">
                <a:solidFill>
                  <a:srgbClr val="1A3682"/>
                </a:solidFill>
              </a:rPr>
              <a:t xml:space="preserve">Calculate profit or loss</a:t>
            </a:r>
          </a:p>
        </p:txBody>
      </p:sp>
      <p:cxnSp>
        <p:nvCxnSpPr>
          <p:cNvPr id="24" name="Association 4"/>
          <p:cNvCxnSpPr/>
          <p:nvPr/>
        </p:nvCxnSpPr>
        <p:spPr>
          <a:xfrm>
            <a:off x="1554480" y="3794760"/>
            <a:ext cx="1554480" cy="1115568"/>
          </a:xfrm>
          <a:prstGeom prst="line">
            <a:avLst/>
          </a:prstGeom>
          <a:ln w="12700">
            <a:solidFill>
              <a:srgbClr val="5F6368"/>
            </a:solidFill>
          </a:ln>
        </p:spPr>
      </p:cxnSp>
      <p:sp>
        <p:nvSpPr>
          <p:cNvPr id="25" name="Use case 4"/>
          <p:cNvSpPr/>
          <p:nvPr/>
        </p:nvSpPr>
        <p:spPr>
          <a:xfrm>
            <a:off x="3108960" y="4626864"/>
            <a:ext cx="3840480" cy="566928"/>
          </a:xfrm>
          <a:prstGeom prst="ellipse">
            <a:avLst/>
          </a:prstGeom>
          <a:solidFill>
            <a:srgbClr val="EEF1F8"/>
          </a:solidFill>
          <a:ln w="12700">
            <a:solidFill>
              <a:srgbClr val="1A3682"/>
            </a:solidFill>
          </a:ln>
        </p:spPr>
        <p:txBody>
          <a:bodyPr wrap="square" lIns="91440" tIns="0" rIns="91440" bIns="0" anchor="ctr" rtlCol="0">
            <a:noAutofit/>
          </a:bodyPr>
          <a:lstStyle/>
          <a:p>
            <a:pPr algn="ctr" marL="0" indent="0">
              <a:spcBef>
                <a:spcPts val="0"/>
              </a:spcBef>
              <a:spcAft>
                <a:spcPts val="0"/>
              </a:spcAft>
              <a:buNone/>
            </a:pPr>
            <a:r>
              <a:rPr lang="en-US" sz="1400" b="0" dirty="0">
                <a:solidFill>
                  <a:srgbClr val="1A3682"/>
                </a:solidFill>
              </a:rPr>
              <a:t xml:space="preserve">View calculation history</a:t>
            </a:r>
          </a:p>
        </p:txBody>
      </p:sp>
      <p:cxnSp>
        <p:nvCxnSpPr>
          <p:cNvPr id="26" name="Association 5"/>
          <p:cNvCxnSpPr/>
          <p:nvPr/>
        </p:nvCxnSpPr>
        <p:spPr>
          <a:xfrm>
            <a:off x="1554480" y="3794760"/>
            <a:ext cx="1554480" cy="1865376"/>
          </a:xfrm>
          <a:prstGeom prst="line">
            <a:avLst/>
          </a:prstGeom>
          <a:ln w="12700">
            <a:solidFill>
              <a:srgbClr val="5F6368"/>
            </a:solidFill>
          </a:ln>
        </p:spPr>
      </p:cxnSp>
      <p:sp>
        <p:nvSpPr>
          <p:cNvPr id="27" name="Use case 5"/>
          <p:cNvSpPr/>
          <p:nvPr/>
        </p:nvSpPr>
        <p:spPr>
          <a:xfrm>
            <a:off x="3108960" y="5376672"/>
            <a:ext cx="3840480" cy="566928"/>
          </a:xfrm>
          <a:prstGeom prst="ellipse">
            <a:avLst/>
          </a:prstGeom>
          <a:solidFill>
            <a:srgbClr val="EEF1F8"/>
          </a:solidFill>
          <a:ln w="12700">
            <a:solidFill>
              <a:srgbClr val="1A3682"/>
            </a:solidFill>
          </a:ln>
        </p:spPr>
        <p:txBody>
          <a:bodyPr wrap="square" lIns="91440" tIns="0" rIns="91440" bIns="0" anchor="ctr" rtlCol="0">
            <a:noAutofit/>
          </a:bodyPr>
          <a:lstStyle/>
          <a:p>
            <a:pPr algn="ctr" marL="0" indent="0">
              <a:spcBef>
                <a:spcPts val="0"/>
              </a:spcBef>
              <a:spcAft>
                <a:spcPts val="0"/>
              </a:spcAft>
              <a:buNone/>
            </a:pPr>
            <a:r>
              <a:rPr lang="en-US" sz="1400" b="0" dirty="0">
                <a:solidFill>
                  <a:srgbClr val="1A3682"/>
                </a:solidFill>
              </a:rPr>
              <a:t xml:space="preserve">Sort the history by column</a:t>
            </a:r>
          </a:p>
        </p:txBody>
      </p:sp>
      <p:sp>
        <p:nvSpPr>
          <p:cNvPr id="28" name="Rules"/>
          <p:cNvSpPr/>
          <p:nvPr/>
        </p:nvSpPr>
        <p:spPr>
          <a:xfrm>
            <a:off x="7863840" y="1828800"/>
            <a:ext cx="3730752" cy="4434840"/>
          </a:xfrm>
          <a:prstGeom prst="roundRect">
            <a:avLst>
              <a:gd name="adj" fmla="val 5000"/>
            </a:avLst>
          </a:prstGeom>
          <a:solidFill>
            <a:srgbClr val="FFF6DB"/>
          </a:solidFill>
          <a:ln>
            <a:noFill/>
          </a:ln>
        </p:spPr>
        <p:txBody>
          <a:bodyPr wrap="square" lIns="228600" tIns="182880" rIns="228600" bIns="137160" anchor="t" rtlCol="0">
            <a:noAutofit/>
          </a:bodyPr>
          <a:lstStyle/>
          <a:p>
            <a:pPr algn="l" marL="0" indent="0">
              <a:spcBef>
                <a:spcPts val="0"/>
              </a:spcBef>
              <a:spcAft>
                <a:spcPts val="800"/>
              </a:spcAft>
              <a:buNone/>
            </a:pPr>
            <a:r>
              <a:rPr lang="en-US" sz="1600" b="1" dirty="0">
                <a:solidFill>
                  <a:srgbClr val="1A3682"/>
                </a:solidFill>
              </a:rPr>
              <a:t xml:space="preserve">Rules the app enforces</a:t>
            </a:r>
          </a:p>
          <a:p>
            <a:pPr algn="l" marL="201168" indent="-201168">
              <a:spcBef>
                <a:spcPts val="0"/>
              </a:spcBef>
              <a:spcAft>
                <a:spcPts val="500"/>
              </a:spcAft>
              <a:buClr>
                <a:srgbClr val="1A3682"/>
              </a:buClr>
              <a:buFont typeface="Arial"/>
              <a:buChar char="•"/>
            </a:pPr>
            <a:r>
              <a:rPr lang="en-US" sz="1400" b="0" dirty="0"/>
              <a:t xml:space="preserve">Income and cost are required</a:t>
            </a:r>
          </a:p>
          <a:p>
            <a:pPr algn="l" marL="201168" indent="-201168">
              <a:spcBef>
                <a:spcPts val="0"/>
              </a:spcBef>
              <a:spcAft>
                <a:spcPts val="500"/>
              </a:spcAft>
              <a:buClr>
                <a:srgbClr val="1A3682"/>
              </a:buClr>
              <a:buFont typeface="Arial"/>
              <a:buChar char="•"/>
            </a:pPr>
            <a:r>
              <a:rPr lang="en-US" sz="1400" b="0" dirty="0"/>
              <a:t xml:space="preserve">Every amount must be 0 or more</a:t>
            </a:r>
          </a:p>
          <a:p>
            <a:pPr algn="l" marL="201168" indent="-201168">
              <a:spcBef>
                <a:spcPts val="0"/>
              </a:spcBef>
              <a:spcAft>
                <a:spcPts val="500"/>
              </a:spcAft>
              <a:buClr>
                <a:srgbClr val="1A3682"/>
              </a:buClr>
              <a:buFont typeface="Arial"/>
              <a:buChar char="•"/>
            </a:pPr>
            <a:r>
              <a:rPr lang="en-US" sz="1400" b="0" dirty="0"/>
              <a:t xml:space="preserve">Additional cost is optional</a:t>
            </a:r>
          </a:p>
          <a:p>
            <a:pPr algn="l" marL="201168" indent="-201168">
              <a:spcBef>
                <a:spcPts val="0"/>
              </a:spcBef>
              <a:spcAft>
                <a:spcPts val="500"/>
              </a:spcAft>
              <a:buClr>
                <a:srgbClr val="1A3682"/>
              </a:buClr>
              <a:buFont typeface="Arial"/>
              <a:buChar char="•"/>
            </a:pPr>
            <a:r>
              <a:rPr lang="en-US" sz="1400" b="0" dirty="0"/>
              <a:t xml:space="preserve">Profit = Income − (Cost + Additional cost)</a:t>
            </a:r>
          </a:p>
          <a:p>
            <a:pPr algn="l" marL="201168" indent="-201168">
              <a:spcBef>
                <a:spcPts val="0"/>
              </a:spcBef>
              <a:spcAft>
                <a:spcPts val="500"/>
              </a:spcAft>
              <a:buClr>
                <a:srgbClr val="1A3682"/>
              </a:buClr>
              <a:buFont typeface="Arial"/>
              <a:buChar char="•"/>
            </a:pPr>
            <a:r>
              <a:rPr lang="en-US" sz="1400" b="0" dirty="0"/>
              <a:t xml:space="preserve">A negative result is a loss, shown in red</a:t>
            </a:r>
          </a:p>
          <a:p>
            <a:pPr algn="l" marL="201168" indent="-201168">
              <a:spcBef>
                <a:spcPts val="0"/>
              </a:spcBef>
              <a:spcAft>
                <a:spcPts val="500"/>
              </a:spcAft>
              <a:buClr>
                <a:srgbClr val="1A3682"/>
              </a:buClr>
              <a:buFont typeface="Arial"/>
              <a:buChar char="•"/>
            </a:pPr>
            <a:r>
              <a:rPr lang="en-US" sz="1400" b="0" dirty="0"/>
              <a:t xml:space="preserve">Every calculation is kept, newest first</a:t>
            </a:r>
          </a:p>
          <a:p>
            <a:pPr algn="l" marL="0" indent="0">
              <a:spcBef>
                <a:spcPts val="600"/>
              </a:spcBef>
              <a:spcAft>
                <a:spcPts val="0"/>
              </a:spcAft>
              <a:buNone/>
            </a:pPr>
            <a:r>
              <a:rPr lang="en-US" sz="1200" b="0" i="1" dirty="0">
                <a:solidFill>
                  <a:srgbClr val="5F6368"/>
                </a:solidFill>
              </a:rPr>
              <a:t xml:space="preserve">API-only extra: find a shipment by code, GET /api/shipments/code/{code}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vert="horz" anchor="t">
            <a:normAutofit/>
          </a:bodyPr>
          <a:lstStyle/>
          <a:p>
            <a:r>
              <a:rPr lang="en-US" sz="3200" b="1" dirty="0"/>
              <a:t>Profit Calculation: </a:t>
            </a:r>
            <a:r>
              <a:rPr lang="en-US" sz="3200" b="0" dirty="0"/>
              <a:t>System Architecture</a:t>
            </a:r>
          </a:p>
        </p:txBody>
      </p:sp>
      <p:sp>
        <p:nvSpPr>
          <p:cNvPr id="3" name="Subtitle"/>
          <p:cNvSpPr>
            <a:spLocks noGrp="1"/>
          </p:cNvSpPr>
          <p:nvPr>
            <p:ph type="body" sz="quarter" idx="11"/>
          </p:nvPr>
        </p:nvSpPr>
        <p:spPr>
          <a:xfrm>
            <a:off x="621792" y="1298448"/>
            <a:ext cx="10607040" cy="384048"/>
          </a:xfrm>
        </p:spPr>
        <p:txBody>
          <a:bodyPr lIns="0" tIns="0" rIns="0" bIns="0">
            <a:noAutofit/>
          </a:bodyPr>
          <a:lstStyle/>
          <a:p>
            <a:r>
              <a:rPr lang="en-US" sz="2200" b="1" dirty="0"/>
              <a:t>Angular SPA → Spring Boot REST API (layered) → H2 database</a:t>
            </a:r>
          </a:p>
        </p:txBody>
      </p:sp>
      <p:sp>
        <p:nvSpPr>
          <p:cNvPr id="4" name="Slide Number"/>
          <p:cNvSpPr>
            <a:spLocks noGrp="1"/>
          </p:cNvSpPr>
          <p:nvPr>
            <p:ph type="sldNum" sz="quarter" idx="12"/>
          </p:nvPr>
        </p:nvSpPr>
        <p:spPr/>
        <p:txBody>
          <a:bodyPr/>
          <a:lstStyle/>
          <a:p>
            <a:fld id="{D29D5D5B-1E8F-47C0-A83E-FCAC38D52D33}" type="slidenum">
              <a:rPr lang="en-US"/>
              <a:t>&lt;#&gt;</a:t>
            </a:fld>
            <a:endParaRPr lang="en-US"/>
          </a:p>
        </p:txBody>
      </p:sp>
      <p:pic>
        <p:nvPicPr>
          <p:cNvPr id="11" name="Architecture diagram" descr="Browser and Postman call the Angular dev server and the Spring Boot backend (controller, service, data access layers), which stores data in an in-memory H2 database"/>
          <p:cNvPicPr>
            <a:picLocks noChangeAspect="1"/>
          </p:cNvPicPr>
          <p:nvPr/>
        </p:nvPicPr>
        <p:blipFill>
          <a:blip r:embed="rIdImg1"/>
          <a:stretch>
            <a:fillRect/>
          </a:stretch>
        </p:blipFill>
        <p:spPr>
          <a:xfrm>
            <a:off x="621792" y="1810512"/>
            <a:ext cx="10881360" cy="48170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vert="horz" anchor="t">
            <a:normAutofit/>
          </a:bodyPr>
          <a:lstStyle/>
          <a:p>
            <a:r>
              <a:rPr lang="en-US" sz="3200" b="1" dirty="0"/>
              <a:t>Profit Calculation: </a:t>
            </a:r>
            <a:r>
              <a:rPr lang="en-US" sz="3200" b="0" dirty="0"/>
              <a:t>Data Model</a:t>
            </a:r>
          </a:p>
        </p:txBody>
      </p:sp>
      <p:sp>
        <p:nvSpPr>
          <p:cNvPr id="3" name="Subtitle"/>
          <p:cNvSpPr>
            <a:spLocks noGrp="1"/>
          </p:cNvSpPr>
          <p:nvPr>
            <p:ph type="body" sz="quarter" idx="11"/>
          </p:nvPr>
        </p:nvSpPr>
        <p:spPr>
          <a:xfrm>
            <a:off x="621792" y="1298448"/>
            <a:ext cx="10607040" cy="384048"/>
          </a:xfrm>
        </p:spPr>
        <p:txBody>
          <a:bodyPr lIns="0" tIns="0" rIns="0" bIns="0">
            <a:noAutofit/>
          </a:bodyPr>
          <a:lstStyle/>
          <a:p>
            <a:r>
              <a:rPr lang="en-US" sz="2200" b="1" dirty="0"/>
              <a:t>Each calculation belongs to a shipment and owns its income and costs</a:t>
            </a:r>
          </a:p>
        </p:txBody>
      </p:sp>
      <p:sp>
        <p:nvSpPr>
          <p:cNvPr id="4" name="Slide Number"/>
          <p:cNvSpPr>
            <a:spLocks noGrp="1"/>
          </p:cNvSpPr>
          <p:nvPr>
            <p:ph type="sldNum" sz="quarter" idx="12"/>
          </p:nvPr>
        </p:nvSpPr>
        <p:spPr/>
        <p:txBody>
          <a:bodyPr/>
          <a:lstStyle/>
          <a:p>
            <a:fld id="{D29D5D5B-1E8F-47C0-A83E-FCAC38D52D33}" type="slidenum">
              <a:rPr lang="en-US"/>
              <a:t>&lt;#&gt;</a:t>
            </a:fld>
            <a:endParaRPr lang="en-US"/>
          </a:p>
        </p:txBody>
      </p:sp>
      <p:pic>
        <p:nvPicPr>
          <p:cNvPr id="11" name="Database diagram" descr="shipments 1 to many profit_calculations; each calculation owns many incomes and costs"/>
          <p:cNvPicPr>
            <a:picLocks noChangeAspect="1"/>
          </p:cNvPicPr>
          <p:nvPr/>
        </p:nvPicPr>
        <p:blipFill>
          <a:blip r:embed="rIdImg1"/>
          <a:stretch>
            <a:fillRect/>
          </a:stretch>
        </p:blipFill>
        <p:spPr>
          <a:xfrm>
            <a:off x="1069848" y="1783080"/>
            <a:ext cx="10058400" cy="3457346"/>
          </a:xfrm>
          <a:prstGeom prst="rect">
            <a:avLst/>
          </a:prstGeom>
        </p:spPr>
      </p:pic>
      <p:sp>
        <p:nvSpPr>
          <p:cNvPr id="12" name="Figure step 1"/>
          <p:cNvSpPr/>
          <p:nvPr/>
        </p:nvSpPr>
        <p:spPr>
          <a:xfrm>
            <a:off x="621792" y="5440680"/>
            <a:ext cx="2606040" cy="868680"/>
          </a:xfrm>
          <a:prstGeom prst="roundRect">
            <a:avLst>
              <a:gd name="adj" fmla="val 10000"/>
            </a:avLst>
          </a:prstGeom>
          <a:solidFill>
            <a:srgbClr val="EEF1F8"/>
          </a:solidFill>
          <a:ln>
            <a:noFill/>
          </a:ln>
        </p:spPr>
        <p:txBody>
          <a:bodyPr wrap="square" lIns="594360" tIns="45720" rIns="109728" bIns="45720" anchor="ctr" rtlCol="0">
            <a:noAutofit/>
          </a:bodyPr>
          <a:lstStyle/>
          <a:p>
            <a:pPr algn="l" marL="0" indent="0">
              <a:lnSpc>
                <a:spcPct val="100000"/>
              </a:lnSpc>
              <a:spcBef>
                <a:spcPts val="0"/>
              </a:spcBef>
              <a:spcAft>
                <a:spcPts val="0"/>
              </a:spcAft>
              <a:buNone/>
            </a:pPr>
            <a:r>
              <a:rPr lang="en-US" sz="1200" b="0" dirty="0"/>
              <a:t xml:space="preserve">Enter income, cost and optional additional cost</a:t>
            </a:r>
          </a:p>
        </p:txBody>
      </p:sp>
      <p:sp>
        <p:nvSpPr>
          <p:cNvPr id="13" name="Step 1"/>
          <p:cNvSpPr/>
          <p:nvPr/>
        </p:nvSpPr>
        <p:spPr>
          <a:xfrm>
            <a:off x="749808" y="5682996"/>
            <a:ext cx="384048" cy="384048"/>
          </a:xfrm>
          <a:prstGeom prst="ellipse">
            <a:avLst/>
          </a:prstGeom>
          <a:solidFill>
            <a:srgbClr val="FBBA00"/>
          </a:solidFill>
          <a:ln>
            <a:noFill/>
          </a:ln>
        </p:spPr>
        <p:txBody>
          <a:bodyPr wrap="square" lIns="0" tIns="0" rIns="0" bIns="0" anchor="ctr" rtlCol="0">
            <a:noAutofit/>
          </a:bodyPr>
          <a:lstStyle/>
          <a:p>
            <a:pPr algn="ctr" marL="0" indent="0">
              <a:spcBef>
                <a:spcPts val="0"/>
              </a:spcBef>
              <a:spcAft>
                <a:spcPts val="0"/>
              </a:spcAft>
              <a:buNone/>
            </a:pPr>
            <a:r>
              <a:rPr lang="en-US" sz="1400" b="1" dirty="0">
                <a:solidFill>
                  <a:srgbClr val="1A3682"/>
                </a:solidFill>
              </a:rPr>
              <a:t xml:space="preserve">1</a:t>
            </a:r>
          </a:p>
        </p:txBody>
      </p:sp>
      <p:sp>
        <p:nvSpPr>
          <p:cNvPr id="14" name="Figure step 2"/>
          <p:cNvSpPr/>
          <p:nvPr/>
        </p:nvSpPr>
        <p:spPr>
          <a:xfrm>
            <a:off x="3410712" y="5440680"/>
            <a:ext cx="2606040" cy="868680"/>
          </a:xfrm>
          <a:prstGeom prst="roundRect">
            <a:avLst>
              <a:gd name="adj" fmla="val 10000"/>
            </a:avLst>
          </a:prstGeom>
          <a:solidFill>
            <a:srgbClr val="EEF1F8"/>
          </a:solidFill>
          <a:ln>
            <a:noFill/>
          </a:ln>
        </p:spPr>
        <p:txBody>
          <a:bodyPr wrap="square" lIns="594360" tIns="45720" rIns="109728" bIns="45720" anchor="ctr" rtlCol="0">
            <a:noAutofit/>
          </a:bodyPr>
          <a:lstStyle/>
          <a:p>
            <a:pPr algn="l" marL="0" indent="0">
              <a:lnSpc>
                <a:spcPct val="100000"/>
              </a:lnSpc>
              <a:spcBef>
                <a:spcPts val="0"/>
              </a:spcBef>
              <a:spcAft>
                <a:spcPts val="0"/>
              </a:spcAft>
              <a:buNone/>
            </a:pPr>
            <a:r>
              <a:rPr lang="en-US" sz="1200" b="0" dirty="0"/>
              <a:t xml:space="preserve">Create 1 income and 1–2 cost rows for the calculation</a:t>
            </a:r>
          </a:p>
        </p:txBody>
      </p:sp>
      <p:sp>
        <p:nvSpPr>
          <p:cNvPr id="15" name="Step 2"/>
          <p:cNvSpPr/>
          <p:nvPr/>
        </p:nvSpPr>
        <p:spPr>
          <a:xfrm>
            <a:off x="3538728" y="5682996"/>
            <a:ext cx="384048" cy="384048"/>
          </a:xfrm>
          <a:prstGeom prst="ellipse">
            <a:avLst/>
          </a:prstGeom>
          <a:solidFill>
            <a:srgbClr val="FBBA00"/>
          </a:solidFill>
          <a:ln>
            <a:noFill/>
          </a:ln>
        </p:spPr>
        <p:txBody>
          <a:bodyPr wrap="square" lIns="0" tIns="0" rIns="0" bIns="0" anchor="ctr" rtlCol="0">
            <a:noAutofit/>
          </a:bodyPr>
          <a:lstStyle/>
          <a:p>
            <a:pPr algn="ctr" marL="0" indent="0">
              <a:spcBef>
                <a:spcPts val="0"/>
              </a:spcBef>
              <a:spcAft>
                <a:spcPts val="0"/>
              </a:spcAft>
              <a:buNone/>
            </a:pPr>
            <a:r>
              <a:rPr lang="en-US" sz="1400" b="1" dirty="0">
                <a:solidFill>
                  <a:srgbClr val="1A3682"/>
                </a:solidFill>
              </a:rPr>
              <a:t xml:space="preserve">2</a:t>
            </a:r>
          </a:p>
        </p:txBody>
      </p:sp>
      <p:sp>
        <p:nvSpPr>
          <p:cNvPr id="16" name="Figure step 3"/>
          <p:cNvSpPr/>
          <p:nvPr/>
        </p:nvSpPr>
        <p:spPr>
          <a:xfrm>
            <a:off x="6199632" y="5440680"/>
            <a:ext cx="2606040" cy="868680"/>
          </a:xfrm>
          <a:prstGeom prst="roundRect">
            <a:avLst>
              <a:gd name="adj" fmla="val 10000"/>
            </a:avLst>
          </a:prstGeom>
          <a:solidFill>
            <a:srgbClr val="EEF1F8"/>
          </a:solidFill>
          <a:ln>
            <a:noFill/>
          </a:ln>
        </p:spPr>
        <p:txBody>
          <a:bodyPr wrap="square" lIns="594360" tIns="45720" rIns="109728" bIns="45720" anchor="ctr" rtlCol="0">
            <a:noAutofit/>
          </a:bodyPr>
          <a:lstStyle/>
          <a:p>
            <a:pPr algn="l" marL="0" indent="0">
              <a:lnSpc>
                <a:spcPct val="100000"/>
              </a:lnSpc>
              <a:spcBef>
                <a:spcPts val="0"/>
              </a:spcBef>
              <a:spcAft>
                <a:spcPts val="0"/>
              </a:spcAft>
              <a:buNone/>
            </a:pPr>
            <a:r>
              <a:rPr lang="en-US" sz="1200" b="0" dirty="0"/>
              <a:t xml:space="preserve">Sum them with BigDecimal into total_income and total_costs</a:t>
            </a:r>
          </a:p>
        </p:txBody>
      </p:sp>
      <p:sp>
        <p:nvSpPr>
          <p:cNvPr id="17" name="Step 3"/>
          <p:cNvSpPr/>
          <p:nvPr/>
        </p:nvSpPr>
        <p:spPr>
          <a:xfrm>
            <a:off x="6327648" y="5682996"/>
            <a:ext cx="384048" cy="384048"/>
          </a:xfrm>
          <a:prstGeom prst="ellipse">
            <a:avLst/>
          </a:prstGeom>
          <a:solidFill>
            <a:srgbClr val="FBBA00"/>
          </a:solidFill>
          <a:ln>
            <a:noFill/>
          </a:ln>
        </p:spPr>
        <p:txBody>
          <a:bodyPr wrap="square" lIns="0" tIns="0" rIns="0" bIns="0" anchor="ctr" rtlCol="0">
            <a:noAutofit/>
          </a:bodyPr>
          <a:lstStyle/>
          <a:p>
            <a:pPr algn="ctr" marL="0" indent="0">
              <a:spcBef>
                <a:spcPts val="0"/>
              </a:spcBef>
              <a:spcAft>
                <a:spcPts val="0"/>
              </a:spcAft>
              <a:buNone/>
            </a:pPr>
            <a:r>
              <a:rPr lang="en-US" sz="1400" b="1" dirty="0">
                <a:solidFill>
                  <a:srgbClr val="1A3682"/>
                </a:solidFill>
              </a:rPr>
              <a:t xml:space="preserve">3</a:t>
            </a:r>
          </a:p>
        </p:txBody>
      </p:sp>
      <p:sp>
        <p:nvSpPr>
          <p:cNvPr id="18" name="Figure step 4"/>
          <p:cNvSpPr/>
          <p:nvPr/>
        </p:nvSpPr>
        <p:spPr>
          <a:xfrm>
            <a:off x="8988552" y="5440680"/>
            <a:ext cx="2606040" cy="868680"/>
          </a:xfrm>
          <a:prstGeom prst="roundRect">
            <a:avLst>
              <a:gd name="adj" fmla="val 10000"/>
            </a:avLst>
          </a:prstGeom>
          <a:solidFill>
            <a:srgbClr val="EEF1F8"/>
          </a:solidFill>
          <a:ln>
            <a:noFill/>
          </a:ln>
        </p:spPr>
        <p:txBody>
          <a:bodyPr wrap="square" lIns="594360" tIns="45720" rIns="109728" bIns="45720" anchor="ctr" rtlCol="0">
            <a:noAutofit/>
          </a:bodyPr>
          <a:lstStyle/>
          <a:p>
            <a:pPr algn="l" marL="0" indent="0">
              <a:lnSpc>
                <a:spcPct val="100000"/>
              </a:lnSpc>
              <a:spcBef>
                <a:spcPts val="0"/>
              </a:spcBef>
              <a:spcAft>
                <a:spcPts val="0"/>
              </a:spcAft>
              <a:buNone/>
            </a:pPr>
            <a:r>
              <a:rPr lang="en-US" sz="1200" b="0" dirty="0"/>
              <a:t xml:space="preserve">Store profit_or_loss; a DB CHECK keeps it consistent</a:t>
            </a:r>
          </a:p>
        </p:txBody>
      </p:sp>
      <p:sp>
        <p:nvSpPr>
          <p:cNvPr id="19" name="Step 4"/>
          <p:cNvSpPr/>
          <p:nvPr/>
        </p:nvSpPr>
        <p:spPr>
          <a:xfrm>
            <a:off x="9116568" y="5682996"/>
            <a:ext cx="384048" cy="384048"/>
          </a:xfrm>
          <a:prstGeom prst="ellipse">
            <a:avLst/>
          </a:prstGeom>
          <a:solidFill>
            <a:srgbClr val="FBBA00"/>
          </a:solidFill>
          <a:ln>
            <a:noFill/>
          </a:ln>
        </p:spPr>
        <p:txBody>
          <a:bodyPr wrap="square" lIns="0" tIns="0" rIns="0" bIns="0" anchor="ctr" rtlCol="0">
            <a:noAutofit/>
          </a:bodyPr>
          <a:lstStyle/>
          <a:p>
            <a:pPr algn="ctr" marL="0" indent="0">
              <a:spcBef>
                <a:spcPts val="0"/>
              </a:spcBef>
              <a:spcAft>
                <a:spcPts val="0"/>
              </a:spcAft>
              <a:buNone/>
            </a:pPr>
            <a:r>
              <a:rPr lang="en-US" sz="1400" b="1" dirty="0">
                <a:solidFill>
                  <a:srgbClr val="1A3682"/>
                </a:solidFill>
              </a:rPr>
              <a:t xml:space="preserve">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vert="horz" anchor="t">
            <a:normAutofit/>
          </a:bodyPr>
          <a:lstStyle/>
          <a:p>
            <a:r>
              <a:rPr lang="en-US" sz="3200" b="1" dirty="0"/>
              <a:t>Profit Calculation: </a:t>
            </a:r>
            <a:r>
              <a:rPr lang="en-US" sz="3200" b="0" dirty="0"/>
              <a:t>Calculation Flow</a:t>
            </a:r>
          </a:p>
        </p:txBody>
      </p:sp>
      <p:sp>
        <p:nvSpPr>
          <p:cNvPr id="3" name="Subtitle"/>
          <p:cNvSpPr>
            <a:spLocks noGrp="1"/>
          </p:cNvSpPr>
          <p:nvPr>
            <p:ph type="body" sz="quarter" idx="11"/>
          </p:nvPr>
        </p:nvSpPr>
        <p:spPr>
          <a:xfrm>
            <a:off x="621792" y="1298448"/>
            <a:ext cx="10607040" cy="384048"/>
          </a:xfrm>
        </p:spPr>
        <p:txBody>
          <a:bodyPr lIns="0" tIns="0" rIns="0" bIns="0">
            <a:noAutofit/>
          </a:bodyPr>
          <a:lstStyle/>
          <a:p>
            <a:r>
              <a:rPr lang="en-US" sz="2200" b="1" dirty="0"/>
              <a:t>One request: POST /api/shipments/{id}/profit-calculations</a:t>
            </a:r>
          </a:p>
        </p:txBody>
      </p:sp>
      <p:sp>
        <p:nvSpPr>
          <p:cNvPr id="4" name="Slide Number"/>
          <p:cNvSpPr>
            <a:spLocks noGrp="1"/>
          </p:cNvSpPr>
          <p:nvPr>
            <p:ph type="sldNum" sz="quarter" idx="12"/>
          </p:nvPr>
        </p:nvSpPr>
        <p:spPr/>
        <p:txBody>
          <a:bodyPr/>
          <a:lstStyle/>
          <a:p>
            <a:fld id="{D29D5D5B-1E8F-47C0-A83E-FCAC38D52D33}" type="slidenum">
              <a:rPr lang="en-US"/>
              <a:t>&lt;#&gt;</a:t>
            </a:fld>
            <a:endParaRPr lang="en-US"/>
          </a:p>
        </p:txBody>
      </p:sp>
      <p:pic>
        <p:nvPicPr>
          <p:cNvPr id="11" name="Sequence diagram" descr="Sequence: user, Angular page and service, controller, service, repositories and H2 for POST profit-calculations and the response back to the UI"/>
          <p:cNvPicPr>
            <a:picLocks noChangeAspect="1"/>
          </p:cNvPicPr>
          <p:nvPr/>
        </p:nvPicPr>
        <p:blipFill>
          <a:blip r:embed="rIdImg1"/>
          <a:stretch>
            <a:fillRect/>
          </a:stretch>
        </p:blipFill>
        <p:spPr>
          <a:xfrm>
            <a:off x="1024128" y="1783080"/>
            <a:ext cx="10140696" cy="47548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vert="horz" anchor="t">
            <a:normAutofit/>
          </a:bodyPr>
          <a:lstStyle/>
          <a:p>
            <a:r>
              <a:rPr lang="en-US" sz="3200" b="1" dirty="0"/>
              <a:t>Profit Calculation: </a:t>
            </a:r>
            <a:r>
              <a:rPr lang="en-US" sz="3200" b="0" dirty="0"/>
              <a:t>Implementation and Demonstration</a:t>
            </a:r>
          </a:p>
        </p:txBody>
      </p:sp>
      <p:sp>
        <p:nvSpPr>
          <p:cNvPr id="3" name="Subtitle"/>
          <p:cNvSpPr>
            <a:spLocks noGrp="1"/>
          </p:cNvSpPr>
          <p:nvPr>
            <p:ph type="body" sz="quarter" idx="11"/>
          </p:nvPr>
        </p:nvSpPr>
        <p:spPr>
          <a:xfrm>
            <a:off x="621792" y="1298448"/>
            <a:ext cx="10607040" cy="384048"/>
          </a:xfrm>
        </p:spPr>
        <p:txBody>
          <a:bodyPr lIns="0" tIns="0" rIns="0" bIns="0">
            <a:noAutofit/>
          </a:bodyPr>
          <a:lstStyle/>
          <a:p>
            <a:r>
              <a:rPr lang="en-US" sz="2200" b="1" dirty="0"/>
              <a:t>The running application</a:t>
            </a:r>
          </a:p>
        </p:txBody>
      </p:sp>
      <p:sp>
        <p:nvSpPr>
          <p:cNvPr id="4" name="Slide Number"/>
          <p:cNvSpPr>
            <a:spLocks noGrp="1"/>
          </p:cNvSpPr>
          <p:nvPr>
            <p:ph type="sldNum" sz="quarter" idx="12"/>
          </p:nvPr>
        </p:nvSpPr>
        <p:spPr/>
        <p:txBody>
          <a:bodyPr/>
          <a:lstStyle/>
          <a:p>
            <a:fld id="{D29D5D5B-1E8F-47C0-A83E-FCAC38D52D33}" type="slidenum">
              <a:rPr lang="en-US"/>
              <a:t>&lt;#&gt;</a:t>
            </a:fld>
            <a:endParaRPr lang="en-US"/>
          </a:p>
        </p:txBody>
      </p:sp>
      <p:pic>
        <p:nvPicPr>
          <p:cNvPr id="11" name="App screenshot" descr="Calculate Profit page with SHP-0001 selected and its calculation history"/>
          <p:cNvPicPr>
            <a:picLocks noChangeAspect="1"/>
          </p:cNvPicPr>
          <p:nvPr/>
        </p:nvPicPr>
        <p:blipFill>
          <a:blip r:embed="rIdImg1"/>
          <a:stretch>
            <a:fillRect/>
          </a:stretch>
        </p:blipFill>
        <p:spPr>
          <a:xfrm>
            <a:off x="621792" y="1783080"/>
            <a:ext cx="6309360" cy="3198571"/>
          </a:xfrm>
          <a:prstGeom prst="rect">
            <a:avLst/>
          </a:prstGeom>
          <a:ln w="9525">
            <a:solidFill>
              <a:srgbClr val="C9CED8"/>
            </a:solidFill>
          </a:ln>
        </p:spPr>
      </p:pic>
      <p:sp>
        <p:nvSpPr>
          <p:cNvPr id="12" name="Screenshot caption"/>
          <p:cNvSpPr txBox="1"/>
          <p:nvPr/>
        </p:nvSpPr>
        <p:spPr>
          <a:xfrm>
            <a:off x="621792" y="5056632"/>
            <a:ext cx="6309360"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US" sz="1100" b="0" dirty="0">
                <a:solidFill>
                  <a:srgbClr val="5F6368"/>
                </a:solidFill>
              </a:rPr>
              <a:t xml:space="preserve">SHP-0001 history: profits in green, a loss in red</a:t>
            </a:r>
          </a:p>
        </p:txBody>
      </p:sp>
      <p:sp>
        <p:nvSpPr>
          <p:cNvPr id="13" name="Demo step 1"/>
          <p:cNvSpPr/>
          <p:nvPr/>
        </p:nvSpPr>
        <p:spPr>
          <a:xfrm>
            <a:off x="621792" y="5486400"/>
            <a:ext cx="1499616" cy="640080"/>
          </a:xfrm>
          <a:prstGeom prst="roundRect">
            <a:avLst>
              <a:gd name="adj" fmla="val 15000"/>
            </a:avLst>
          </a:prstGeom>
          <a:solidFill>
            <a:srgbClr val="EEF1F8"/>
          </a:solidFill>
          <a:ln>
            <a:noFill/>
          </a:ln>
        </p:spPr>
        <p:txBody>
          <a:bodyPr wrap="square" lIns="475488" tIns="0" rIns="54864" bIns="0" anchor="ctr" rtlCol="0">
            <a:noAutofit/>
          </a:bodyPr>
          <a:lstStyle/>
          <a:p>
            <a:pPr algn="l" marL="0" indent="0">
              <a:lnSpc>
                <a:spcPct val="95000"/>
              </a:lnSpc>
              <a:spcBef>
                <a:spcPts val="0"/>
              </a:spcBef>
              <a:spcAft>
                <a:spcPts val="0"/>
              </a:spcAft>
              <a:buNone/>
            </a:pPr>
            <a:r>
              <a:rPr lang="en-US" sz="1200" b="1" dirty="0">
                <a:solidFill>
                  <a:srgbClr val="1A3682"/>
                </a:solidFill>
              </a:rPr>
              <a:t xml:space="preserve">Pick a shipment</a:t>
            </a:r>
          </a:p>
        </p:txBody>
      </p:sp>
      <p:sp>
        <p:nvSpPr>
          <p:cNvPr id="14" name="Step 1"/>
          <p:cNvSpPr/>
          <p:nvPr/>
        </p:nvSpPr>
        <p:spPr>
          <a:xfrm>
            <a:off x="713232" y="5641848"/>
            <a:ext cx="329184" cy="329184"/>
          </a:xfrm>
          <a:prstGeom prst="ellipse">
            <a:avLst/>
          </a:prstGeom>
          <a:solidFill>
            <a:srgbClr val="FBBA00"/>
          </a:solidFill>
          <a:ln>
            <a:noFill/>
          </a:ln>
        </p:spPr>
        <p:txBody>
          <a:bodyPr wrap="square" lIns="0" tIns="0" rIns="0" bIns="0" anchor="ctr" rtlCol="0">
            <a:noAutofit/>
          </a:bodyPr>
          <a:lstStyle/>
          <a:p>
            <a:pPr algn="ctr" marL="0" indent="0">
              <a:spcBef>
                <a:spcPts val="0"/>
              </a:spcBef>
              <a:spcAft>
                <a:spcPts val="0"/>
              </a:spcAft>
              <a:buNone/>
            </a:pPr>
            <a:r>
              <a:rPr lang="en-US" sz="1200" b="1" dirty="0">
                <a:solidFill>
                  <a:srgbClr val="1A3682"/>
                </a:solidFill>
              </a:rPr>
              <a:t xml:space="preserve">1</a:t>
            </a:r>
          </a:p>
        </p:txBody>
      </p:sp>
      <p:sp>
        <p:nvSpPr>
          <p:cNvPr id="15" name="Demo step 2"/>
          <p:cNvSpPr/>
          <p:nvPr/>
        </p:nvSpPr>
        <p:spPr>
          <a:xfrm>
            <a:off x="2231136" y="5486400"/>
            <a:ext cx="1499616" cy="640080"/>
          </a:xfrm>
          <a:prstGeom prst="roundRect">
            <a:avLst>
              <a:gd name="adj" fmla="val 15000"/>
            </a:avLst>
          </a:prstGeom>
          <a:solidFill>
            <a:srgbClr val="EEF1F8"/>
          </a:solidFill>
          <a:ln>
            <a:noFill/>
          </a:ln>
        </p:spPr>
        <p:txBody>
          <a:bodyPr wrap="square" lIns="475488" tIns="0" rIns="54864" bIns="0" anchor="ctr" rtlCol="0">
            <a:noAutofit/>
          </a:bodyPr>
          <a:lstStyle/>
          <a:p>
            <a:pPr algn="l" marL="0" indent="0">
              <a:lnSpc>
                <a:spcPct val="95000"/>
              </a:lnSpc>
              <a:spcBef>
                <a:spcPts val="0"/>
              </a:spcBef>
              <a:spcAft>
                <a:spcPts val="0"/>
              </a:spcAft>
              <a:buNone/>
            </a:pPr>
            <a:r>
              <a:rPr lang="en-US" sz="1200" b="1" dirty="0">
                <a:solidFill>
                  <a:srgbClr val="1A3682"/>
                </a:solidFill>
              </a:rPr>
              <a:t xml:space="preserve">Enter values</a:t>
            </a:r>
          </a:p>
        </p:txBody>
      </p:sp>
      <p:sp>
        <p:nvSpPr>
          <p:cNvPr id="16" name="Step 2"/>
          <p:cNvSpPr/>
          <p:nvPr/>
        </p:nvSpPr>
        <p:spPr>
          <a:xfrm>
            <a:off x="2322576" y="5641848"/>
            <a:ext cx="329184" cy="329184"/>
          </a:xfrm>
          <a:prstGeom prst="ellipse">
            <a:avLst/>
          </a:prstGeom>
          <a:solidFill>
            <a:srgbClr val="FBBA00"/>
          </a:solidFill>
          <a:ln>
            <a:noFill/>
          </a:ln>
        </p:spPr>
        <p:txBody>
          <a:bodyPr wrap="square" lIns="0" tIns="0" rIns="0" bIns="0" anchor="ctr" rtlCol="0">
            <a:noAutofit/>
          </a:bodyPr>
          <a:lstStyle/>
          <a:p>
            <a:pPr algn="ctr" marL="0" indent="0">
              <a:spcBef>
                <a:spcPts val="0"/>
              </a:spcBef>
              <a:spcAft>
                <a:spcPts val="0"/>
              </a:spcAft>
              <a:buNone/>
            </a:pPr>
            <a:r>
              <a:rPr lang="en-US" sz="1200" b="1" dirty="0">
                <a:solidFill>
                  <a:srgbClr val="1A3682"/>
                </a:solidFill>
              </a:rPr>
              <a:t xml:space="preserve">2</a:t>
            </a:r>
          </a:p>
        </p:txBody>
      </p:sp>
      <p:sp>
        <p:nvSpPr>
          <p:cNvPr id="17" name="Demo step 3"/>
          <p:cNvSpPr/>
          <p:nvPr/>
        </p:nvSpPr>
        <p:spPr>
          <a:xfrm>
            <a:off x="3840480" y="5486400"/>
            <a:ext cx="1499616" cy="640080"/>
          </a:xfrm>
          <a:prstGeom prst="roundRect">
            <a:avLst>
              <a:gd name="adj" fmla="val 15000"/>
            </a:avLst>
          </a:prstGeom>
          <a:solidFill>
            <a:srgbClr val="EEF1F8"/>
          </a:solidFill>
          <a:ln>
            <a:noFill/>
          </a:ln>
        </p:spPr>
        <p:txBody>
          <a:bodyPr wrap="square" lIns="475488" tIns="0" rIns="54864" bIns="0" anchor="ctr" rtlCol="0">
            <a:noAutofit/>
          </a:bodyPr>
          <a:lstStyle/>
          <a:p>
            <a:pPr algn="l" marL="0" indent="0">
              <a:lnSpc>
                <a:spcPct val="95000"/>
              </a:lnSpc>
              <a:spcBef>
                <a:spcPts val="0"/>
              </a:spcBef>
              <a:spcAft>
                <a:spcPts val="0"/>
              </a:spcAft>
              <a:buNone/>
            </a:pPr>
            <a:r>
              <a:rPr lang="en-US" sz="1200" b="1" dirty="0">
                <a:solidFill>
                  <a:srgbClr val="1A3682"/>
                </a:solidFill>
              </a:rPr>
              <a:t xml:space="preserve">Calculate</a:t>
            </a:r>
          </a:p>
        </p:txBody>
      </p:sp>
      <p:sp>
        <p:nvSpPr>
          <p:cNvPr id="18" name="Step 3"/>
          <p:cNvSpPr/>
          <p:nvPr/>
        </p:nvSpPr>
        <p:spPr>
          <a:xfrm>
            <a:off x="3931920" y="5641848"/>
            <a:ext cx="329184" cy="329184"/>
          </a:xfrm>
          <a:prstGeom prst="ellipse">
            <a:avLst/>
          </a:prstGeom>
          <a:solidFill>
            <a:srgbClr val="FBBA00"/>
          </a:solidFill>
          <a:ln>
            <a:noFill/>
          </a:ln>
        </p:spPr>
        <p:txBody>
          <a:bodyPr wrap="square" lIns="0" tIns="0" rIns="0" bIns="0" anchor="ctr" rtlCol="0">
            <a:noAutofit/>
          </a:bodyPr>
          <a:lstStyle/>
          <a:p>
            <a:pPr algn="ctr" marL="0" indent="0">
              <a:spcBef>
                <a:spcPts val="0"/>
              </a:spcBef>
              <a:spcAft>
                <a:spcPts val="0"/>
              </a:spcAft>
              <a:buNone/>
            </a:pPr>
            <a:r>
              <a:rPr lang="en-US" sz="1200" b="1" dirty="0">
                <a:solidFill>
                  <a:srgbClr val="1A3682"/>
                </a:solidFill>
              </a:rPr>
              <a:t xml:space="preserve">3</a:t>
            </a:r>
          </a:p>
        </p:txBody>
      </p:sp>
      <p:sp>
        <p:nvSpPr>
          <p:cNvPr id="19" name="Demo step 4"/>
          <p:cNvSpPr/>
          <p:nvPr/>
        </p:nvSpPr>
        <p:spPr>
          <a:xfrm>
            <a:off x="5449824" y="5486400"/>
            <a:ext cx="1499616" cy="640080"/>
          </a:xfrm>
          <a:prstGeom prst="roundRect">
            <a:avLst>
              <a:gd name="adj" fmla="val 15000"/>
            </a:avLst>
          </a:prstGeom>
          <a:solidFill>
            <a:srgbClr val="EEF1F8"/>
          </a:solidFill>
          <a:ln>
            <a:noFill/>
          </a:ln>
        </p:spPr>
        <p:txBody>
          <a:bodyPr wrap="square" lIns="475488" tIns="0" rIns="54864" bIns="0" anchor="ctr" rtlCol="0">
            <a:noAutofit/>
          </a:bodyPr>
          <a:lstStyle/>
          <a:p>
            <a:pPr algn="l" marL="0" indent="0">
              <a:lnSpc>
                <a:spcPct val="95000"/>
              </a:lnSpc>
              <a:spcBef>
                <a:spcPts val="0"/>
              </a:spcBef>
              <a:spcAft>
                <a:spcPts val="0"/>
              </a:spcAft>
              <a:buNone/>
            </a:pPr>
            <a:r>
              <a:rPr lang="en-US" sz="1200" b="1" dirty="0">
                <a:solidFill>
                  <a:srgbClr val="1A3682"/>
                </a:solidFill>
              </a:rPr>
              <a:t xml:space="preserve">Row added on top</a:t>
            </a:r>
          </a:p>
        </p:txBody>
      </p:sp>
      <p:sp>
        <p:nvSpPr>
          <p:cNvPr id="20" name="Step 4"/>
          <p:cNvSpPr/>
          <p:nvPr/>
        </p:nvSpPr>
        <p:spPr>
          <a:xfrm>
            <a:off x="5541264" y="5641848"/>
            <a:ext cx="329184" cy="329184"/>
          </a:xfrm>
          <a:prstGeom prst="ellipse">
            <a:avLst/>
          </a:prstGeom>
          <a:solidFill>
            <a:srgbClr val="FBBA00"/>
          </a:solidFill>
          <a:ln>
            <a:noFill/>
          </a:ln>
        </p:spPr>
        <p:txBody>
          <a:bodyPr wrap="square" lIns="0" tIns="0" rIns="0" bIns="0" anchor="ctr" rtlCol="0">
            <a:noAutofit/>
          </a:bodyPr>
          <a:lstStyle/>
          <a:p>
            <a:pPr algn="ctr" marL="0" indent="0">
              <a:spcBef>
                <a:spcPts val="0"/>
              </a:spcBef>
              <a:spcAft>
                <a:spcPts val="0"/>
              </a:spcAft>
              <a:buNone/>
            </a:pPr>
            <a:r>
              <a:rPr lang="en-US" sz="1200" b="1" dirty="0">
                <a:solidFill>
                  <a:srgbClr val="1A3682"/>
                </a:solidFill>
              </a:rPr>
              <a:t xml:space="preserve">4</a:t>
            </a:r>
          </a:p>
        </p:txBody>
      </p:sp>
      <p:sp>
        <p:nvSpPr>
          <p:cNvPr id="21" name="Sample calculation card"/>
          <p:cNvSpPr/>
          <p:nvPr/>
        </p:nvSpPr>
        <p:spPr>
          <a:xfrm>
            <a:off x="7296912" y="1783080"/>
            <a:ext cx="4297680" cy="1920240"/>
          </a:xfrm>
          <a:prstGeom prst="roundRect">
            <a:avLst>
              <a:gd name="adj" fmla="val 6000"/>
            </a:avLst>
          </a:prstGeom>
          <a:solidFill>
            <a:srgbClr val="EEF1F8"/>
          </a:solidFill>
          <a:ln>
            <a:noFill/>
          </a:ln>
        </p:spPr>
        <p:txBody>
          <a:bodyPr wrap="square" lIns="109728" tIns="73152" rIns="109728" bIns="73152" anchor="t" rtlCol="0">
            <a:noAutofit/>
          </a:bodyPr>
          <a:lstStyle/>
          <a:p>
            <a:pPr algn="l" marL="0" indent="0">
              <a:spcBef>
                <a:spcPts val="0"/>
              </a:spcBef>
              <a:spcAft>
                <a:spcPts val="0"/>
              </a:spcAft>
              <a:buNone/>
            </a:pPr>
            <a:r>
              <a:rPr lang="en-US" sz="1400" b="0" dirty="0"/>
              <a:t xml:space="preserve"/>
            </a:r>
          </a:p>
        </p:txBody>
      </p:sp>
      <p:sp>
        <p:nvSpPr>
          <p:cNvPr id="22" name="Sample title"/>
          <p:cNvSpPr txBox="1"/>
          <p:nvPr/>
        </p:nvSpPr>
        <p:spPr>
          <a:xfrm>
            <a:off x="7525512" y="1920240"/>
            <a:ext cx="3840480" cy="32004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US" sz="1600" b="1" dirty="0">
                <a:solidFill>
                  <a:srgbClr val="1A3682"/>
                </a:solidFill>
              </a:rPr>
              <a:t xml:space="preserve">Sample calculation</a:t>
            </a:r>
          </a:p>
        </p:txBody>
      </p:sp>
      <p:sp>
        <p:nvSpPr>
          <p:cNvPr id="23" name="Sample labels"/>
          <p:cNvSpPr txBox="1"/>
          <p:nvPr/>
        </p:nvSpPr>
        <p:spPr>
          <a:xfrm>
            <a:off x="7525512" y="2331720"/>
            <a:ext cx="2286000" cy="1280160"/>
          </a:xfrm>
          <a:prstGeom prst="rect">
            <a:avLst/>
          </a:prstGeom>
          <a:noFill/>
          <a:ln>
            <a:noFill/>
          </a:ln>
        </p:spPr>
        <p:txBody>
          <a:bodyPr wrap="square" lIns="0" tIns="0" rIns="0" bIns="0" anchor="t" rtlCol="0">
            <a:noAutofit/>
          </a:bodyPr>
          <a:lstStyle/>
          <a:p>
            <a:pPr algn="l" marL="0" indent="0">
              <a:spcBef>
                <a:spcPts val="0"/>
              </a:spcBef>
              <a:spcAft>
                <a:spcPts val="400"/>
              </a:spcAft>
              <a:buNone/>
            </a:pPr>
            <a:r>
              <a:rPr lang="en-US" sz="1400" b="0" dirty="0"/>
              <a:t xml:space="preserve">Income</a:t>
            </a:r>
          </a:p>
          <a:p>
            <a:pPr algn="l" marL="0" indent="0">
              <a:spcBef>
                <a:spcPts val="0"/>
              </a:spcBef>
              <a:spcAft>
                <a:spcPts val="400"/>
              </a:spcAft>
              <a:buNone/>
            </a:pPr>
            <a:r>
              <a:rPr lang="en-US" sz="1400" b="0" dirty="0"/>
              <a:t xml:space="preserve">Cost</a:t>
            </a:r>
          </a:p>
          <a:p>
            <a:pPr algn="l" marL="0" indent="0">
              <a:spcBef>
                <a:spcPts val="0"/>
              </a:spcBef>
              <a:spcAft>
                <a:spcPts val="400"/>
              </a:spcAft>
              <a:buNone/>
            </a:pPr>
            <a:r>
              <a:rPr lang="en-US" sz="1400" b="0" dirty="0"/>
              <a:t xml:space="preserve">Additional cost</a:t>
            </a:r>
          </a:p>
          <a:p>
            <a:pPr algn="l" marL="0" indent="0">
              <a:spcBef>
                <a:spcPts val="0"/>
              </a:spcBef>
              <a:spcAft>
                <a:spcPts val="0"/>
              </a:spcAft>
              <a:buNone/>
            </a:pPr>
            <a:r>
              <a:rPr lang="en-US" sz="1400" b="1" dirty="0">
                <a:solidFill>
                  <a:srgbClr val="106634"/>
                </a:solidFill>
              </a:rPr>
              <a:t xml:space="preserve">Profit</a:t>
            </a:r>
          </a:p>
        </p:txBody>
      </p:sp>
      <p:sp>
        <p:nvSpPr>
          <p:cNvPr id="24" name="Sample values"/>
          <p:cNvSpPr txBox="1"/>
          <p:nvPr/>
        </p:nvSpPr>
        <p:spPr>
          <a:xfrm>
            <a:off x="9537192" y="2331720"/>
            <a:ext cx="1828800" cy="1280160"/>
          </a:xfrm>
          <a:prstGeom prst="rect">
            <a:avLst/>
          </a:prstGeom>
          <a:noFill/>
          <a:ln>
            <a:noFill/>
          </a:ln>
        </p:spPr>
        <p:txBody>
          <a:bodyPr wrap="square" lIns="0" tIns="0" rIns="0" bIns="0" anchor="t" rtlCol="0">
            <a:noAutofit/>
          </a:bodyPr>
          <a:lstStyle/>
          <a:p>
            <a:pPr algn="r" marL="0" indent="0">
              <a:spcBef>
                <a:spcPts val="0"/>
              </a:spcBef>
              <a:spcAft>
                <a:spcPts val="400"/>
              </a:spcAft>
              <a:buNone/>
            </a:pPr>
            <a:r>
              <a:rPr lang="en-US" sz="1400" b="0" dirty="0"/>
              <a:t xml:space="preserve">1,000.00</a:t>
            </a:r>
          </a:p>
          <a:p>
            <a:pPr algn="r" marL="0" indent="0">
              <a:spcBef>
                <a:spcPts val="0"/>
              </a:spcBef>
              <a:spcAft>
                <a:spcPts val="400"/>
              </a:spcAft>
              <a:buNone/>
            </a:pPr>
            <a:r>
              <a:rPr lang="en-US" sz="1400" b="0" dirty="0"/>
              <a:t xml:space="preserve">150.00</a:t>
            </a:r>
          </a:p>
          <a:p>
            <a:pPr algn="r" marL="0" indent="0">
              <a:spcBef>
                <a:spcPts val="0"/>
              </a:spcBef>
              <a:spcAft>
                <a:spcPts val="400"/>
              </a:spcAft>
              <a:buNone/>
            </a:pPr>
            <a:r>
              <a:rPr lang="en-US" sz="1400" b="0" dirty="0"/>
              <a:t xml:space="preserve">50.00</a:t>
            </a:r>
          </a:p>
          <a:p>
            <a:pPr algn="r" marL="0" indent="0">
              <a:spcBef>
                <a:spcPts val="0"/>
              </a:spcBef>
              <a:spcAft>
                <a:spcPts val="0"/>
              </a:spcAft>
              <a:buNone/>
            </a:pPr>
            <a:r>
              <a:rPr lang="en-US" sz="1400" b="1" dirty="0">
                <a:solidFill>
                  <a:srgbClr val="106634"/>
                </a:solidFill>
              </a:rPr>
              <a:t xml:space="preserve">800.00</a:t>
            </a:r>
          </a:p>
        </p:txBody>
      </p:sp>
      <p:cxnSp>
        <p:nvCxnSpPr>
          <p:cNvPr id="25" name="Sample total rule"/>
          <p:cNvCxnSpPr/>
          <p:nvPr/>
        </p:nvCxnSpPr>
        <p:spPr>
          <a:xfrm>
            <a:off x="7525512" y="3291840"/>
            <a:ext cx="3840480" cy="0"/>
          </a:xfrm>
          <a:prstGeom prst="line">
            <a:avLst/>
          </a:prstGeom>
          <a:ln w="12700">
            <a:solidFill>
              <a:srgbClr val="C9CED8"/>
            </a:solidFill>
          </a:ln>
        </p:spPr>
      </p:cxnSp>
      <p:sp>
        <p:nvSpPr>
          <p:cNvPr id="26" name="Implementation detail card"/>
          <p:cNvSpPr/>
          <p:nvPr/>
        </p:nvSpPr>
        <p:spPr>
          <a:xfrm>
            <a:off x="7296912" y="3886200"/>
            <a:ext cx="4297680" cy="2240280"/>
          </a:xfrm>
          <a:prstGeom prst="roundRect">
            <a:avLst>
              <a:gd name="adj" fmla="val 5000"/>
            </a:avLst>
          </a:prstGeom>
          <a:solidFill>
            <a:srgbClr val="FFFFFF"/>
          </a:solidFill>
          <a:ln w="12700">
            <a:solidFill>
              <a:srgbClr val="C9CED8"/>
            </a:solidFill>
          </a:ln>
        </p:spPr>
        <p:txBody>
          <a:bodyPr wrap="square" lIns="109728" tIns="73152" rIns="109728" bIns="73152" anchor="t" rtlCol="0">
            <a:noAutofit/>
          </a:bodyPr>
          <a:lstStyle/>
          <a:p>
            <a:pPr algn="l" marL="0" indent="0">
              <a:spcBef>
                <a:spcPts val="0"/>
              </a:spcBef>
              <a:spcAft>
                <a:spcPts val="0"/>
              </a:spcAft>
              <a:buNone/>
            </a:pPr>
            <a:r>
              <a:rPr lang="en-US" sz="1400" b="0" dirty="0"/>
              <a:t xml:space="preserve"/>
            </a:r>
          </a:p>
        </p:txBody>
      </p:sp>
      <p:sp>
        <p:nvSpPr>
          <p:cNvPr id="27" name="Detail title"/>
          <p:cNvSpPr txBox="1"/>
          <p:nvPr/>
        </p:nvSpPr>
        <p:spPr>
          <a:xfrm>
            <a:off x="7525512" y="4005072"/>
            <a:ext cx="3840480" cy="32004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US" sz="1600" b="1" dirty="0">
                <a:solidFill>
                  <a:srgbClr val="1A3682"/>
                </a:solidFill>
              </a:rPr>
              <a:t xml:space="preserve">One calculation, one transaction</a:t>
            </a:r>
          </a:p>
        </p:txBody>
      </p:sp>
      <p:sp>
        <p:nvSpPr>
          <p:cNvPr id="28" name="Detail text"/>
          <p:cNvSpPr txBox="1"/>
          <p:nvPr/>
        </p:nvSpPr>
        <p:spPr>
          <a:xfrm>
            <a:off x="7525512" y="4370832"/>
            <a:ext cx="3840480" cy="77724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US" sz="1200" b="0" dirty="0"/>
              <a:t xml:space="preserve">ProfitCalculation owns its Income and Cost rows (cascade ALL), so one save() in a @Transactional method writes all of them, or none.</a:t>
            </a:r>
          </a:p>
        </p:txBody>
      </p:sp>
      <p:sp>
        <p:nvSpPr>
          <p:cNvPr id="29" name="Code"/>
          <p:cNvSpPr/>
          <p:nvPr/>
        </p:nvSpPr>
        <p:spPr>
          <a:xfrm>
            <a:off x="7525512" y="5193792"/>
            <a:ext cx="3840480" cy="804672"/>
          </a:xfrm>
          <a:prstGeom prst="roundRect">
            <a:avLst>
              <a:gd name="adj" fmla="val 8000"/>
            </a:avLst>
          </a:prstGeom>
          <a:solidFill>
            <a:srgbClr val="1A3682"/>
          </a:solidFill>
          <a:ln>
            <a:noFill/>
          </a:ln>
        </p:spPr>
        <p:txBody>
          <a:bodyPr wrap="square" lIns="137160" tIns="36576" rIns="91440" bIns="36576" anchor="ctr" rtlCol="0">
            <a:noAutofit/>
          </a:bodyPr>
          <a:lstStyle/>
          <a:p>
            <a:pPr algn="l" marL="0" indent="0">
              <a:spcBef>
                <a:spcPts val="0"/>
              </a:spcBef>
              <a:spcAft>
                <a:spcPts val="0"/>
              </a:spcAft>
              <a:buNone/>
            </a:pPr>
            <a:r>
              <a:rPr lang="en-US" sz="1100" b="0" dirty="0">
                <a:solidFill>
                  <a:srgbClr val="FFFFFF"/>
                </a:solidFill>
                <a:latin typeface="Courier New"/>
                <a:cs typeface="Courier New"/>
              </a:rPr>
              <a:t xml:space="preserve">calculation.addIncome(newIncome(income));</a:t>
            </a:r>
          </a:p>
          <a:p>
            <a:pPr algn="l" marL="0" indent="0">
              <a:spcBef>
                <a:spcPts val="0"/>
              </a:spcBef>
              <a:spcAft>
                <a:spcPts val="0"/>
              </a:spcAft>
              <a:buNone/>
            </a:pPr>
            <a:r>
              <a:rPr lang="en-US" sz="1100" b="0" dirty="0">
                <a:solidFill>
                  <a:srgbClr val="FFFFFF"/>
                </a:solidFill>
                <a:latin typeface="Courier New"/>
                <a:cs typeface="Courier New"/>
              </a:rPr>
              <a:t xml:space="preserve">calculation.addCost(newCost(COST, cost));</a:t>
            </a:r>
          </a:p>
          <a:p>
            <a:pPr algn="l" marL="0" indent="0">
              <a:spcBef>
                <a:spcPts val="0"/>
              </a:spcBef>
              <a:spcAft>
                <a:spcPts val="0"/>
              </a:spcAft>
              <a:buNone/>
            </a:pPr>
            <a:r>
              <a:rPr lang="en-US" sz="1100" b="0" dirty="0">
                <a:solidFill>
                  <a:srgbClr val="FFFFFF"/>
                </a:solidFill>
                <a:latin typeface="Courier New"/>
                <a:cs typeface="Courier New"/>
              </a:rPr>
              <a:t xml:space="preserve">repository.save(calculation);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vert="horz" anchor="t">
            <a:normAutofit/>
          </a:bodyPr>
          <a:lstStyle/>
          <a:p>
            <a:r>
              <a:rPr lang="en-US" sz="3200" b="1" dirty="0"/>
              <a:t>Profit Calculation: </a:t>
            </a:r>
            <a:r>
              <a:rPr lang="en-US" sz="3200" b="0" dirty="0"/>
              <a:t>Testing</a:t>
            </a:r>
          </a:p>
        </p:txBody>
      </p:sp>
      <p:sp>
        <p:nvSpPr>
          <p:cNvPr id="3" name="Subtitle"/>
          <p:cNvSpPr>
            <a:spLocks noGrp="1"/>
          </p:cNvSpPr>
          <p:nvPr>
            <p:ph type="body" sz="quarter" idx="11"/>
          </p:nvPr>
        </p:nvSpPr>
        <p:spPr>
          <a:xfrm>
            <a:off x="621792" y="1298448"/>
            <a:ext cx="10607040" cy="384048"/>
          </a:xfrm>
        </p:spPr>
        <p:txBody>
          <a:bodyPr lIns="0" tIns="0" rIns="0" bIns="0">
            <a:noAutofit/>
          </a:bodyPr>
          <a:lstStyle/>
          <a:p>
            <a:r>
              <a:rPr lang="en-US" sz="2200" b="1" dirty="0"/>
              <a:t>Unit and integration tests for every backend layer (JUnit 5)</a:t>
            </a:r>
          </a:p>
        </p:txBody>
      </p:sp>
      <p:sp>
        <p:nvSpPr>
          <p:cNvPr id="4" name="Slide Number"/>
          <p:cNvSpPr>
            <a:spLocks noGrp="1"/>
          </p:cNvSpPr>
          <p:nvPr>
            <p:ph type="sldNum" sz="quarter" idx="12"/>
          </p:nvPr>
        </p:nvSpPr>
        <p:spPr/>
        <p:txBody>
          <a:bodyPr/>
          <a:lstStyle/>
          <a:p>
            <a:fld id="{D29D5D5B-1E8F-47C0-A83E-FCAC38D52D33}" type="slidenum">
              <a:rPr lang="en-US"/>
              <a:t>&lt;#&gt;</a:t>
            </a:fld>
            <a:endParaRPr lang="en-US"/>
          </a:p>
        </p:txBody>
      </p:sp>
      <p:sp>
        <p:nvSpPr>
          <p:cNvPr id="11" name="Test total"/>
          <p:cNvSpPr txBox="1"/>
          <p:nvPr/>
        </p:nvSpPr>
        <p:spPr>
          <a:xfrm>
            <a:off x="621792" y="1783080"/>
            <a:ext cx="1371600" cy="82296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en-US" sz="5400" b="1" dirty="0">
                <a:solidFill>
                  <a:srgbClr val="1A3682"/>
                </a:solidFill>
              </a:rPr>
              <a:t xml:space="preserve">27</a:t>
            </a:r>
          </a:p>
        </p:txBody>
      </p:sp>
      <p:sp>
        <p:nvSpPr>
          <p:cNvPr id="12" name="Test total label"/>
          <p:cNvSpPr txBox="1"/>
          <p:nvPr/>
        </p:nvSpPr>
        <p:spPr>
          <a:xfrm>
            <a:off x="1920240" y="1783080"/>
            <a:ext cx="2651760" cy="82296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en-US" sz="1600" b="1" dirty="0">
                <a:solidFill>
                  <a:srgbClr val="1A3682"/>
                </a:solidFill>
              </a:rPr>
              <a:t xml:space="preserve">backend tests</a:t>
            </a:r>
          </a:p>
          <a:p>
            <a:pPr algn="l" marL="0" indent="0">
              <a:spcBef>
                <a:spcPts val="0"/>
              </a:spcBef>
              <a:spcAft>
                <a:spcPts val="0"/>
              </a:spcAft>
              <a:buNone/>
            </a:pPr>
            <a:r>
              <a:rPr lang="en-US" sz="1200" b="0" dirty="0">
                <a:solidFill>
                  <a:srgbClr val="5F6368"/>
                </a:solidFill>
              </a:rPr>
              <a:t xml:space="preserve">all passing  ·  ./mvnw test</a:t>
            </a:r>
          </a:p>
        </p:txBody>
      </p:sp>
      <p:sp>
        <p:nvSpPr>
          <p:cNvPr id="13" name="Controller tests"/>
          <p:cNvSpPr/>
          <p:nvPr/>
        </p:nvSpPr>
        <p:spPr>
          <a:xfrm>
            <a:off x="621792" y="2743200"/>
            <a:ext cx="3931920" cy="777240"/>
          </a:xfrm>
          <a:prstGeom prst="roundRect">
            <a:avLst>
              <a:gd name="adj" fmla="val 10000"/>
            </a:avLst>
          </a:prstGeom>
          <a:solidFill>
            <a:srgbClr val="EEF1F8"/>
          </a:solidFill>
          <a:ln>
            <a:noFill/>
          </a:ln>
        </p:spPr>
        <p:txBody>
          <a:bodyPr wrap="square" lIns="777240" tIns="54864" rIns="109728" bIns="54864" anchor="ctr" rtlCol="0">
            <a:noAutofit/>
          </a:bodyPr>
          <a:lstStyle/>
          <a:p>
            <a:pPr algn="l" marL="0" indent="0">
              <a:spcBef>
                <a:spcPts val="0"/>
              </a:spcBef>
              <a:spcAft>
                <a:spcPts val="200"/>
              </a:spcAft>
              <a:buNone/>
            </a:pPr>
            <a:r>
              <a:rPr lang="en-US" sz="1400" b="1" dirty="0">
                <a:solidFill>
                  <a:srgbClr val="1A3682"/>
                </a:solidFill>
              </a:rPr>
              <a:t xml:space="preserve">Controller  </a:t>
            </a:r>
            <a:r>
              <a:rPr lang="en-US" sz="1200" b="0" dirty="0">
                <a:solidFill>
                  <a:srgbClr val="1A3682"/>
                </a:solidFill>
              </a:rPr>
              <a:t xml:space="preserve">@WebMvcTest + MockMvc</a:t>
            </a:r>
          </a:p>
          <a:p>
            <a:pPr algn="l" marL="0" indent="0">
              <a:spcBef>
                <a:spcPts val="0"/>
              </a:spcBef>
              <a:spcAft>
                <a:spcPts val="0"/>
              </a:spcAft>
              <a:buNone/>
            </a:pPr>
            <a:r>
              <a:rPr lang="en-US" sz="1200" b="0" dirty="0"/>
              <a:t xml:space="preserve">Status codes and ProblemDetail bodies</a:t>
            </a:r>
          </a:p>
        </p:txBody>
      </p:sp>
      <p:sp>
        <p:nvSpPr>
          <p:cNvPr id="14" name="Controller count"/>
          <p:cNvSpPr/>
          <p:nvPr/>
        </p:nvSpPr>
        <p:spPr>
          <a:xfrm>
            <a:off x="758952" y="2898648"/>
            <a:ext cx="475488" cy="475488"/>
          </a:xfrm>
          <a:prstGeom prst="ellipse">
            <a:avLst/>
          </a:prstGeom>
          <a:solidFill>
            <a:srgbClr val="FBBA00"/>
          </a:solidFill>
          <a:ln>
            <a:noFill/>
          </a:ln>
        </p:spPr>
        <p:txBody>
          <a:bodyPr wrap="square" lIns="0" tIns="0" rIns="0" bIns="0" anchor="ctr" rtlCol="0">
            <a:noAutofit/>
          </a:bodyPr>
          <a:lstStyle/>
          <a:p>
            <a:pPr algn="ctr" marL="0" indent="0">
              <a:spcBef>
                <a:spcPts val="0"/>
              </a:spcBef>
              <a:spcAft>
                <a:spcPts val="0"/>
              </a:spcAft>
              <a:buNone/>
            </a:pPr>
            <a:r>
              <a:rPr lang="en-US" sz="1400" b="1" dirty="0">
                <a:solidFill>
                  <a:srgbClr val="1A3682"/>
                </a:solidFill>
              </a:rPr>
              <a:t xml:space="preserve">9</a:t>
            </a:r>
          </a:p>
        </p:txBody>
      </p:sp>
      <p:sp>
        <p:nvSpPr>
          <p:cNvPr id="15" name="Service tests"/>
          <p:cNvSpPr/>
          <p:nvPr/>
        </p:nvSpPr>
        <p:spPr>
          <a:xfrm>
            <a:off x="621792" y="3657600"/>
            <a:ext cx="3931920" cy="777240"/>
          </a:xfrm>
          <a:prstGeom prst="roundRect">
            <a:avLst>
              <a:gd name="adj" fmla="val 10000"/>
            </a:avLst>
          </a:prstGeom>
          <a:solidFill>
            <a:srgbClr val="EEF1F8"/>
          </a:solidFill>
          <a:ln>
            <a:noFill/>
          </a:ln>
        </p:spPr>
        <p:txBody>
          <a:bodyPr wrap="square" lIns="777240" tIns="54864" rIns="109728" bIns="54864" anchor="ctr" rtlCol="0">
            <a:noAutofit/>
          </a:bodyPr>
          <a:lstStyle/>
          <a:p>
            <a:pPr algn="l" marL="0" indent="0">
              <a:spcBef>
                <a:spcPts val="0"/>
              </a:spcBef>
              <a:spcAft>
                <a:spcPts val="200"/>
              </a:spcAft>
              <a:buNone/>
            </a:pPr>
            <a:r>
              <a:rPr lang="en-US" sz="1400" b="1" dirty="0">
                <a:solidFill>
                  <a:srgbClr val="1A3682"/>
                </a:solidFill>
              </a:rPr>
              <a:t xml:space="preserve">Service  </a:t>
            </a:r>
            <a:r>
              <a:rPr lang="en-US" sz="1200" b="0" dirty="0">
                <a:solidFill>
                  <a:srgbClr val="1A3682"/>
                </a:solidFill>
              </a:rPr>
              <a:t xml:space="preserve">JUnit 5 + Mockito</a:t>
            </a:r>
          </a:p>
          <a:p>
            <a:pPr algn="l" marL="0" indent="0">
              <a:spcBef>
                <a:spcPts val="0"/>
              </a:spcBef>
              <a:spcAft>
                <a:spcPts val="0"/>
              </a:spcAft>
              <a:buNone/>
            </a:pPr>
            <a:r>
              <a:rPr lang="en-US" sz="1200" b="0" dirty="0"/>
              <a:t xml:space="preserve">The rule, losses, optional cost, not found</a:t>
            </a:r>
          </a:p>
        </p:txBody>
      </p:sp>
      <p:sp>
        <p:nvSpPr>
          <p:cNvPr id="16" name="Service count"/>
          <p:cNvSpPr/>
          <p:nvPr/>
        </p:nvSpPr>
        <p:spPr>
          <a:xfrm>
            <a:off x="758952" y="3813048"/>
            <a:ext cx="475488" cy="475488"/>
          </a:xfrm>
          <a:prstGeom prst="ellipse">
            <a:avLst/>
          </a:prstGeom>
          <a:solidFill>
            <a:srgbClr val="FBBA00"/>
          </a:solidFill>
          <a:ln>
            <a:noFill/>
          </a:ln>
        </p:spPr>
        <p:txBody>
          <a:bodyPr wrap="square" lIns="0" tIns="0" rIns="0" bIns="0" anchor="ctr" rtlCol="0">
            <a:noAutofit/>
          </a:bodyPr>
          <a:lstStyle/>
          <a:p>
            <a:pPr algn="ctr" marL="0" indent="0">
              <a:spcBef>
                <a:spcPts val="0"/>
              </a:spcBef>
              <a:spcAft>
                <a:spcPts val="0"/>
              </a:spcAft>
              <a:buNone/>
            </a:pPr>
            <a:r>
              <a:rPr lang="en-US" sz="1400" b="1" dirty="0">
                <a:solidFill>
                  <a:srgbClr val="1A3682"/>
                </a:solidFill>
              </a:rPr>
              <a:t xml:space="preserve">11</a:t>
            </a:r>
          </a:p>
        </p:txBody>
      </p:sp>
      <p:sp>
        <p:nvSpPr>
          <p:cNvPr id="17" name="Repository tests"/>
          <p:cNvSpPr/>
          <p:nvPr/>
        </p:nvSpPr>
        <p:spPr>
          <a:xfrm>
            <a:off x="621792" y="4572000"/>
            <a:ext cx="3931920" cy="777240"/>
          </a:xfrm>
          <a:prstGeom prst="roundRect">
            <a:avLst>
              <a:gd name="adj" fmla="val 10000"/>
            </a:avLst>
          </a:prstGeom>
          <a:solidFill>
            <a:srgbClr val="EEF1F8"/>
          </a:solidFill>
          <a:ln>
            <a:noFill/>
          </a:ln>
        </p:spPr>
        <p:txBody>
          <a:bodyPr wrap="square" lIns="777240" tIns="54864" rIns="109728" bIns="54864" anchor="ctr" rtlCol="0">
            <a:noAutofit/>
          </a:bodyPr>
          <a:lstStyle/>
          <a:p>
            <a:pPr algn="l" marL="0" indent="0">
              <a:spcBef>
                <a:spcPts val="0"/>
              </a:spcBef>
              <a:spcAft>
                <a:spcPts val="200"/>
              </a:spcAft>
              <a:buNone/>
            </a:pPr>
            <a:r>
              <a:rPr lang="en-US" sz="1400" b="1" dirty="0">
                <a:solidFill>
                  <a:srgbClr val="1A3682"/>
                </a:solidFill>
              </a:rPr>
              <a:t xml:space="preserve">Repository  </a:t>
            </a:r>
            <a:r>
              <a:rPr lang="en-US" sz="1200" b="0" dirty="0">
                <a:solidFill>
                  <a:srgbClr val="1A3682"/>
                </a:solidFill>
              </a:rPr>
              <a:t xml:space="preserve">@DataJpaTest on a real H2</a:t>
            </a:r>
          </a:p>
          <a:p>
            <a:pPr algn="l" marL="0" indent="0">
              <a:spcBef>
                <a:spcPts val="0"/>
              </a:spcBef>
              <a:spcAft>
                <a:spcPts val="0"/>
              </a:spcAft>
              <a:buNone/>
            </a:pPr>
            <a:r>
              <a:rPr lang="en-US" sz="1200" b="0" dirty="0"/>
              <a:t xml:space="preserve">Queries, cascade and the CHECK constraint</a:t>
            </a:r>
          </a:p>
        </p:txBody>
      </p:sp>
      <p:sp>
        <p:nvSpPr>
          <p:cNvPr id="18" name="Repository count"/>
          <p:cNvSpPr/>
          <p:nvPr/>
        </p:nvSpPr>
        <p:spPr>
          <a:xfrm>
            <a:off x="758952" y="4727448"/>
            <a:ext cx="475488" cy="475488"/>
          </a:xfrm>
          <a:prstGeom prst="ellipse">
            <a:avLst/>
          </a:prstGeom>
          <a:solidFill>
            <a:srgbClr val="FBBA00"/>
          </a:solidFill>
          <a:ln>
            <a:noFill/>
          </a:ln>
        </p:spPr>
        <p:txBody>
          <a:bodyPr wrap="square" lIns="0" tIns="0" rIns="0" bIns="0" anchor="ctr" rtlCol="0">
            <a:noAutofit/>
          </a:bodyPr>
          <a:lstStyle/>
          <a:p>
            <a:pPr algn="ctr" marL="0" indent="0">
              <a:spcBef>
                <a:spcPts val="0"/>
              </a:spcBef>
              <a:spcAft>
                <a:spcPts val="0"/>
              </a:spcAft>
              <a:buNone/>
            </a:pPr>
            <a:r>
              <a:rPr lang="en-US" sz="1400" b="1" dirty="0">
                <a:solidFill>
                  <a:srgbClr val="1A3682"/>
                </a:solidFill>
              </a:rPr>
              <a:t xml:space="preserve">6</a:t>
            </a:r>
          </a:p>
        </p:txBody>
      </p:sp>
      <p:sp>
        <p:nvSpPr>
          <p:cNvPr id="19" name="Context test"/>
          <p:cNvSpPr txBox="1"/>
          <p:nvPr/>
        </p:nvSpPr>
        <p:spPr>
          <a:xfrm>
            <a:off x="621792" y="5486400"/>
            <a:ext cx="3931920" cy="27432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US" sz="1200" b="0" dirty="0">
                <a:solidFill>
                  <a:srgbClr val="5F6368"/>
                </a:solidFill>
              </a:rPr>
              <a:t xml:space="preserve">+ 1 @SpringBootTest context-load test</a:t>
            </a:r>
          </a:p>
        </p:txBody>
      </p:sp>
      <p:sp>
        <p:nvSpPr>
          <p:cNvPr id="20" name="Next tests"/>
          <p:cNvSpPr txBox="1"/>
          <p:nvPr/>
        </p:nvSpPr>
        <p:spPr>
          <a:xfrm>
            <a:off x="621792" y="5806440"/>
            <a:ext cx="3931920" cy="45720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US" sz="1200" b="0" i="1" dirty="0">
                <a:solidFill>
                  <a:srgbClr val="5F6368"/>
                </a:solidFill>
              </a:rPr>
              <a:t xml:space="preserve">Next: Angular unit tests and an end-to-end test of the full flow</a:t>
            </a:r>
          </a:p>
        </p:txBody>
      </p:sp>
      <p:sp>
        <p:nvSpPr>
          <p:cNvPr id="21" name="Edge cases title"/>
          <p:cNvSpPr txBox="1"/>
          <p:nvPr/>
        </p:nvSpPr>
        <p:spPr>
          <a:xfrm>
            <a:off x="4937760" y="1783080"/>
            <a:ext cx="6656832" cy="32004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en-US" sz="1600" b="1" dirty="0">
                <a:solidFill>
                  <a:srgbClr val="1A3682"/>
                </a:solidFill>
              </a:rPr>
              <a:t xml:space="preserve">Cases covered</a:t>
            </a:r>
          </a:p>
        </p:txBody>
      </p:sp>
      <p:graphicFrame>
        <p:nvGraphicFramePr>
          <p:cNvPr id="22" name="Edge cases"/>
          <p:cNvGraphicFramePr>
            <a:graphicFrameLocks noGrp="1"/>
          </p:cNvGraphicFramePr>
          <p:nvPr/>
        </p:nvGraphicFramePr>
        <p:xfrm>
          <a:off x="4937760" y="2148840"/>
          <a:ext cx="6656832" cy="3291840"/>
        </p:xfrm>
        <a:graphic>
          <a:graphicData uri="http://schemas.openxmlformats.org/drawingml/2006/table">
            <a:tbl>
              <a:tblPr firstRow="1"/>
              <a:tblGrid>
                <a:gridCol w="3931920"/>
                <a:gridCol w="2724912"/>
              </a:tblGrid>
              <a:tr h="274320">
                <a:tc>
                  <a:txBody>
                    <a:bodyPr/>
                    <a:lstStyle/>
                    <a:p>
                      <a:r>
                        <a:rPr lang="en-US" sz="1200" b="1" dirty="0">
                          <a:solidFill>
                            <a:srgbClr val="FFFFFF"/>
                          </a:solidFill>
                        </a:rPr>
                        <a:t xml:space="preserve">Case</a:t>
                      </a:r>
                    </a:p>
                  </a:txBody>
                  <a:tcPr marL="91440" marR="91440" marT="27432" marB="27432" anchor="ctr">
                    <a:lnL>
                      <a:noFill/>
                    </a:lnL>
                    <a:lnR>
                      <a:noFill/>
                    </a:lnR>
                    <a:lnT>
                      <a:noFill/>
                    </a:lnT>
                    <a:lnB w="6350">
                      <a:solidFill>
                        <a:srgbClr val="C9CED8"/>
                      </a:solidFill>
                    </a:lnB>
                    <a:solidFill>
                      <a:srgbClr val="1A3682"/>
                    </a:solidFill>
                  </a:tcPr>
                </a:tc>
                <a:tc>
                  <a:txBody>
                    <a:bodyPr/>
                    <a:lstStyle/>
                    <a:p>
                      <a:r>
                        <a:rPr lang="en-US" sz="1200" b="1" dirty="0">
                          <a:solidFill>
                            <a:srgbClr val="FFFFFF"/>
                          </a:solidFill>
                        </a:rPr>
                        <a:t xml:space="preserve">Expected</a:t>
                      </a:r>
                    </a:p>
                  </a:txBody>
                  <a:tcPr marL="91440" marR="91440" marT="27432" marB="27432" anchor="ctr">
                    <a:lnL>
                      <a:noFill/>
                    </a:lnL>
                    <a:lnR>
                      <a:noFill/>
                    </a:lnR>
                    <a:lnT>
                      <a:noFill/>
                    </a:lnT>
                    <a:lnB w="6350">
                      <a:solidFill>
                        <a:srgbClr val="C9CED8"/>
                      </a:solidFill>
                    </a:lnB>
                    <a:solidFill>
                      <a:srgbClr val="1A3682"/>
                    </a:solidFill>
                  </a:tcPr>
                </a:tc>
              </a:tr>
              <a:tr h="274320">
                <a:tc>
                  <a:txBody>
                    <a:bodyPr/>
                    <a:lstStyle/>
                    <a:p>
                      <a:r>
                        <a:rPr lang="en-US" sz="1200" b="0" dirty="0"/>
                        <a:t xml:space="preserve">Income − costs (230.50 − 200)</a:t>
                      </a:r>
                    </a:p>
                  </a:txBody>
                  <a:tcPr marL="91440" marR="91440" marT="27432" marB="27432" anchor="ctr">
                    <a:lnL>
                      <a:noFill/>
                    </a:lnL>
                    <a:lnR>
                      <a:noFill/>
                    </a:lnR>
                    <a:lnT>
                      <a:noFill/>
                    </a:lnT>
                    <a:lnB w="6350">
                      <a:solidFill>
                        <a:srgbClr val="C9CED8"/>
                      </a:solidFill>
                    </a:lnB>
                    <a:solidFill>
                      <a:srgbClr val="FFFFFF"/>
                    </a:solidFill>
                  </a:tcPr>
                </a:tc>
                <a:tc>
                  <a:txBody>
                    <a:bodyPr/>
                    <a:lstStyle/>
                    <a:p>
                      <a:r>
                        <a:rPr lang="en-US" sz="1200" b="0" dirty="0"/>
                        <a:t xml:space="preserve">201 Created · profit 30.50</a:t>
                      </a:r>
                    </a:p>
                  </a:txBody>
                  <a:tcPr marL="91440" marR="91440" marT="27432" marB="27432" anchor="ctr">
                    <a:lnL>
                      <a:noFill/>
                    </a:lnL>
                    <a:lnR>
                      <a:noFill/>
                    </a:lnR>
                    <a:lnT>
                      <a:noFill/>
                    </a:lnT>
                    <a:lnB w="6350">
                      <a:solidFill>
                        <a:srgbClr val="C9CED8"/>
                      </a:solidFill>
                    </a:lnB>
                    <a:solidFill>
                      <a:srgbClr val="FFFFFF"/>
                    </a:solidFill>
                  </a:tcPr>
                </a:tc>
              </a:tr>
              <a:tr h="274320">
                <a:tc>
                  <a:txBody>
                    <a:bodyPr/>
                    <a:lstStyle/>
                    <a:p>
                      <a:r>
                        <a:rPr lang="en-US" sz="1200" b="0" dirty="0"/>
                        <a:t xml:space="preserve">Cost + additional cost</a:t>
                      </a:r>
                    </a:p>
                  </a:txBody>
                  <a:tcPr marL="91440" marR="91440" marT="27432" marB="27432" anchor="ctr">
                    <a:lnL>
                      <a:noFill/>
                    </a:lnL>
                    <a:lnR>
                      <a:noFill/>
                    </a:lnR>
                    <a:lnT>
                      <a:noFill/>
                    </a:lnT>
                    <a:lnB w="6350">
                      <a:solidFill>
                        <a:srgbClr val="C9CED8"/>
                      </a:solidFill>
                    </a:lnB>
                    <a:solidFill>
                      <a:srgbClr val="EEF1F8"/>
                    </a:solidFill>
                  </a:tcPr>
                </a:tc>
                <a:tc>
                  <a:txBody>
                    <a:bodyPr/>
                    <a:lstStyle/>
                    <a:p>
                      <a:r>
                        <a:rPr lang="en-US" sz="1200" b="0" dirty="0"/>
                        <a:t xml:space="preserve">both added to total costs</a:t>
                      </a:r>
                    </a:p>
                  </a:txBody>
                  <a:tcPr marL="91440" marR="91440" marT="27432" marB="27432" anchor="ctr">
                    <a:lnL>
                      <a:noFill/>
                    </a:lnL>
                    <a:lnR>
                      <a:noFill/>
                    </a:lnR>
                    <a:lnT>
                      <a:noFill/>
                    </a:lnT>
                    <a:lnB w="6350">
                      <a:solidFill>
                        <a:srgbClr val="C9CED8"/>
                      </a:solidFill>
                    </a:lnB>
                    <a:solidFill>
                      <a:srgbClr val="EEF1F8"/>
                    </a:solidFill>
                  </a:tcPr>
                </a:tc>
              </a:tr>
              <a:tr h="274320">
                <a:tc>
                  <a:txBody>
                    <a:bodyPr/>
                    <a:lstStyle/>
                    <a:p>
                      <a:r>
                        <a:rPr lang="en-US" sz="1200" b="0" dirty="0"/>
                        <a:t xml:space="preserve">Costs exceed income</a:t>
                      </a:r>
                    </a:p>
                  </a:txBody>
                  <a:tcPr marL="91440" marR="91440" marT="27432" marB="27432" anchor="ctr">
                    <a:lnL>
                      <a:noFill/>
                    </a:lnL>
                    <a:lnR>
                      <a:noFill/>
                    </a:lnR>
                    <a:lnT>
                      <a:noFill/>
                    </a:lnT>
                    <a:lnB w="6350">
                      <a:solidFill>
                        <a:srgbClr val="C9CED8"/>
                      </a:solidFill>
                    </a:lnB>
                    <a:solidFill>
                      <a:srgbClr val="FFFFFF"/>
                    </a:solidFill>
                  </a:tcPr>
                </a:tc>
                <a:tc>
                  <a:txBody>
                    <a:bodyPr/>
                    <a:lstStyle/>
                    <a:p>
                      <a:r>
                        <a:rPr lang="en-US" sz="1200" b="0" dirty="0"/>
                        <a:t xml:space="preserve">negative result (loss)</a:t>
                      </a:r>
                    </a:p>
                  </a:txBody>
                  <a:tcPr marL="91440" marR="91440" marT="27432" marB="27432" anchor="ctr">
                    <a:lnL>
                      <a:noFill/>
                    </a:lnL>
                    <a:lnR>
                      <a:noFill/>
                    </a:lnR>
                    <a:lnT>
                      <a:noFill/>
                    </a:lnT>
                    <a:lnB w="6350">
                      <a:solidFill>
                        <a:srgbClr val="C9CED8"/>
                      </a:solidFill>
                    </a:lnB>
                    <a:solidFill>
                      <a:srgbClr val="FFFFFF"/>
                    </a:solidFill>
                  </a:tcPr>
                </a:tc>
              </a:tr>
              <a:tr h="274320">
                <a:tc>
                  <a:txBody>
                    <a:bodyPr/>
                    <a:lstStyle/>
                    <a:p>
                      <a:r>
                        <a:rPr lang="en-US" sz="1200" b="0" dirty="0"/>
                        <a:t xml:space="preserve">Empty or zero additional cost</a:t>
                      </a:r>
                    </a:p>
                  </a:txBody>
                  <a:tcPr marL="91440" marR="91440" marT="27432" marB="27432" anchor="ctr">
                    <a:lnL>
                      <a:noFill/>
                    </a:lnL>
                    <a:lnR>
                      <a:noFill/>
                    </a:lnR>
                    <a:lnT>
                      <a:noFill/>
                    </a:lnT>
                    <a:lnB w="6350">
                      <a:solidFill>
                        <a:srgbClr val="C9CED8"/>
                      </a:solidFill>
                    </a:lnB>
                    <a:solidFill>
                      <a:srgbClr val="EEF1F8"/>
                    </a:solidFill>
                  </a:tcPr>
                </a:tc>
                <a:tc>
                  <a:txBody>
                    <a:bodyPr/>
                    <a:lstStyle/>
                    <a:p>
                      <a:r>
                        <a:rPr lang="en-US" sz="1200" b="0" dirty="0"/>
                        <a:t xml:space="preserve">not stored</a:t>
                      </a:r>
                    </a:p>
                  </a:txBody>
                  <a:tcPr marL="91440" marR="91440" marT="27432" marB="27432" anchor="ctr">
                    <a:lnL>
                      <a:noFill/>
                    </a:lnL>
                    <a:lnR>
                      <a:noFill/>
                    </a:lnR>
                    <a:lnT>
                      <a:noFill/>
                    </a:lnT>
                    <a:lnB w="6350">
                      <a:solidFill>
                        <a:srgbClr val="C9CED8"/>
                      </a:solidFill>
                    </a:lnB>
                    <a:solidFill>
                      <a:srgbClr val="EEF1F8"/>
                    </a:solidFill>
                  </a:tcPr>
                </a:tc>
              </a:tr>
              <a:tr h="274320">
                <a:tc>
                  <a:txBody>
                    <a:bodyPr/>
                    <a:lstStyle/>
                    <a:p>
                      <a:r>
                        <a:rPr lang="en-US" sz="1200" b="0" dirty="0"/>
                        <a:t xml:space="preserve">Missing income</a:t>
                      </a:r>
                    </a:p>
                  </a:txBody>
                  <a:tcPr marL="91440" marR="91440" marT="27432" marB="27432" anchor="ctr">
                    <a:lnL>
                      <a:noFill/>
                    </a:lnL>
                    <a:lnR>
                      <a:noFill/>
                    </a:lnR>
                    <a:lnT>
                      <a:noFill/>
                    </a:lnT>
                    <a:lnB w="6350">
                      <a:solidFill>
                        <a:srgbClr val="C9CED8"/>
                      </a:solidFill>
                    </a:lnB>
                    <a:solidFill>
                      <a:srgbClr val="FFFFFF"/>
                    </a:solidFill>
                  </a:tcPr>
                </a:tc>
                <a:tc>
                  <a:txBody>
                    <a:bodyPr/>
                    <a:lstStyle/>
                    <a:p>
                      <a:r>
                        <a:rPr lang="en-US" sz="1200" b="0" dirty="0"/>
                        <a:t xml:space="preserve">400 · "income: …"</a:t>
                      </a:r>
                    </a:p>
                  </a:txBody>
                  <a:tcPr marL="91440" marR="91440" marT="27432" marB="27432" anchor="ctr">
                    <a:lnL>
                      <a:noFill/>
                    </a:lnL>
                    <a:lnR>
                      <a:noFill/>
                    </a:lnR>
                    <a:lnT>
                      <a:noFill/>
                    </a:lnT>
                    <a:lnB w="6350">
                      <a:solidFill>
                        <a:srgbClr val="C9CED8"/>
                      </a:solidFill>
                    </a:lnB>
                    <a:solidFill>
                      <a:srgbClr val="FFFFFF"/>
                    </a:solidFill>
                  </a:tcPr>
                </a:tc>
              </a:tr>
              <a:tr h="274320">
                <a:tc>
                  <a:txBody>
                    <a:bodyPr/>
                    <a:lstStyle/>
                    <a:p>
                      <a:r>
                        <a:rPr lang="en-US" sz="1200" b="0" dirty="0"/>
                        <a:t xml:space="preserve">Negative amount · malformed JSON</a:t>
                      </a:r>
                    </a:p>
                  </a:txBody>
                  <a:tcPr marL="91440" marR="91440" marT="27432" marB="27432" anchor="ctr">
                    <a:lnL>
                      <a:noFill/>
                    </a:lnL>
                    <a:lnR>
                      <a:noFill/>
                    </a:lnR>
                    <a:lnT>
                      <a:noFill/>
                    </a:lnT>
                    <a:lnB w="6350">
                      <a:solidFill>
                        <a:srgbClr val="C9CED8"/>
                      </a:solidFill>
                    </a:lnB>
                    <a:solidFill>
                      <a:srgbClr val="EEF1F8"/>
                    </a:solidFill>
                  </a:tcPr>
                </a:tc>
                <a:tc>
                  <a:txBody>
                    <a:bodyPr/>
                    <a:lstStyle/>
                    <a:p>
                      <a:r>
                        <a:rPr lang="en-US" sz="1200" b="0" dirty="0"/>
                        <a:t xml:space="preserve">400 Bad Request</a:t>
                      </a:r>
                    </a:p>
                  </a:txBody>
                  <a:tcPr marL="91440" marR="91440" marT="27432" marB="27432" anchor="ctr">
                    <a:lnL>
                      <a:noFill/>
                    </a:lnL>
                    <a:lnR>
                      <a:noFill/>
                    </a:lnR>
                    <a:lnT>
                      <a:noFill/>
                    </a:lnT>
                    <a:lnB w="6350">
                      <a:solidFill>
                        <a:srgbClr val="C9CED8"/>
                      </a:solidFill>
                    </a:lnB>
                    <a:solidFill>
                      <a:srgbClr val="EEF1F8"/>
                    </a:solidFill>
                  </a:tcPr>
                </a:tc>
              </a:tr>
              <a:tr h="274320">
                <a:tc>
                  <a:txBody>
                    <a:bodyPr/>
                    <a:lstStyle/>
                    <a:p>
                      <a:r>
                        <a:rPr lang="en-US" sz="1200" b="0" dirty="0"/>
                        <a:t xml:space="preserve">Unknown shipment</a:t>
                      </a:r>
                    </a:p>
                  </a:txBody>
                  <a:tcPr marL="91440" marR="91440" marT="27432" marB="27432" anchor="ctr">
                    <a:lnL>
                      <a:noFill/>
                    </a:lnL>
                    <a:lnR>
                      <a:noFill/>
                    </a:lnR>
                    <a:lnT>
                      <a:noFill/>
                    </a:lnT>
                    <a:lnB w="6350">
                      <a:solidFill>
                        <a:srgbClr val="C9CED8"/>
                      </a:solidFill>
                    </a:lnB>
                    <a:solidFill>
                      <a:srgbClr val="FFFFFF"/>
                    </a:solidFill>
                  </a:tcPr>
                </a:tc>
                <a:tc>
                  <a:txBody>
                    <a:bodyPr/>
                    <a:lstStyle/>
                    <a:p>
                      <a:r>
                        <a:rPr lang="en-US" sz="1200" b="0" dirty="0"/>
                        <a:t xml:space="preserve">404 ProblemDetail</a:t>
                      </a:r>
                    </a:p>
                  </a:txBody>
                  <a:tcPr marL="91440" marR="91440" marT="27432" marB="27432" anchor="ctr">
                    <a:lnL>
                      <a:noFill/>
                    </a:lnL>
                    <a:lnR>
                      <a:noFill/>
                    </a:lnR>
                    <a:lnT>
                      <a:noFill/>
                    </a:lnT>
                    <a:lnB w="6350">
                      <a:solidFill>
                        <a:srgbClr val="C9CED8"/>
                      </a:solidFill>
                    </a:lnB>
                    <a:solidFill>
                      <a:srgbClr val="FFFFFF"/>
                    </a:solidFill>
                  </a:tcPr>
                </a:tc>
              </a:tr>
              <a:tr h="274320">
                <a:tc>
                  <a:txBody>
                    <a:bodyPr/>
                    <a:lstStyle/>
                    <a:p>
                      <a:r>
                        <a:rPr lang="en-US" sz="1200" b="0" dirty="0"/>
                        <a:t xml:space="preserve">Unexpected server error</a:t>
                      </a:r>
                    </a:p>
                  </a:txBody>
                  <a:tcPr marL="91440" marR="91440" marT="27432" marB="27432" anchor="ctr">
                    <a:lnL>
                      <a:noFill/>
                    </a:lnL>
                    <a:lnR>
                      <a:noFill/>
                    </a:lnR>
                    <a:lnT>
                      <a:noFill/>
                    </a:lnT>
                    <a:lnB w="6350">
                      <a:solidFill>
                        <a:srgbClr val="C9CED8"/>
                      </a:solidFill>
                    </a:lnB>
                    <a:solidFill>
                      <a:srgbClr val="EEF1F8"/>
                    </a:solidFill>
                  </a:tcPr>
                </a:tc>
                <a:tc>
                  <a:txBody>
                    <a:bodyPr/>
                    <a:lstStyle/>
                    <a:p>
                      <a:r>
                        <a:rPr lang="en-US" sz="1200" b="0" dirty="0"/>
                        <a:t xml:space="preserve">500 · generic message</a:t>
                      </a:r>
                    </a:p>
                  </a:txBody>
                  <a:tcPr marL="91440" marR="91440" marT="27432" marB="27432" anchor="ctr">
                    <a:lnL>
                      <a:noFill/>
                    </a:lnL>
                    <a:lnR>
                      <a:noFill/>
                    </a:lnR>
                    <a:lnT>
                      <a:noFill/>
                    </a:lnT>
                    <a:lnB w="6350">
                      <a:solidFill>
                        <a:srgbClr val="C9CED8"/>
                      </a:solidFill>
                    </a:lnB>
                    <a:solidFill>
                      <a:srgbClr val="EEF1F8"/>
                    </a:solidFill>
                  </a:tcPr>
                </a:tc>
              </a:tr>
              <a:tr h="274320">
                <a:tc>
                  <a:txBody>
                    <a:bodyPr/>
                    <a:lstStyle/>
                    <a:p>
                      <a:r>
                        <a:rPr lang="en-US" sz="1200" b="0" dirty="0"/>
                        <a:t xml:space="preserve">History of a shipment</a:t>
                      </a:r>
                    </a:p>
                  </a:txBody>
                  <a:tcPr marL="91440" marR="91440" marT="27432" marB="27432" anchor="ctr">
                    <a:lnL>
                      <a:noFill/>
                    </a:lnL>
                    <a:lnR>
                      <a:noFill/>
                    </a:lnR>
                    <a:lnT>
                      <a:noFill/>
                    </a:lnT>
                    <a:lnB w="6350">
                      <a:solidFill>
                        <a:srgbClr val="C9CED8"/>
                      </a:solidFill>
                    </a:lnB>
                    <a:solidFill>
                      <a:srgbClr val="FFFFFF"/>
                    </a:solidFill>
                  </a:tcPr>
                </a:tc>
                <a:tc>
                  <a:txBody>
                    <a:bodyPr/>
                    <a:lstStyle/>
                    <a:p>
                      <a:r>
                        <a:rPr lang="en-US" sz="1200" b="0" dirty="0"/>
                        <a:t xml:space="preserve">most recent first</a:t>
                      </a:r>
                    </a:p>
                  </a:txBody>
                  <a:tcPr marL="91440" marR="91440" marT="27432" marB="27432" anchor="ctr">
                    <a:lnL>
                      <a:noFill/>
                    </a:lnL>
                    <a:lnR>
                      <a:noFill/>
                    </a:lnR>
                    <a:lnT>
                      <a:noFill/>
                    </a:lnT>
                    <a:lnB w="6350">
                      <a:solidFill>
                        <a:srgbClr val="C9CED8"/>
                      </a:solidFill>
                    </a:lnB>
                    <a:solidFill>
                      <a:srgbClr val="FFFFFF"/>
                    </a:solidFill>
                  </a:tcPr>
                </a:tc>
              </a:tr>
              <a:tr h="274320">
                <a:tc>
                  <a:txBody>
                    <a:bodyPr/>
                    <a:lstStyle/>
                    <a:p>
                      <a:r>
                        <a:rPr lang="en-US" sz="1200" b="0" dirty="0"/>
                        <a:t xml:space="preserve">Inconsistent profit saved directly</a:t>
                      </a:r>
                    </a:p>
                  </a:txBody>
                  <a:tcPr marL="91440" marR="91440" marT="27432" marB="27432" anchor="ctr">
                    <a:lnL>
                      <a:noFill/>
                    </a:lnL>
                    <a:lnR>
                      <a:noFill/>
                    </a:lnR>
                    <a:lnT>
                      <a:noFill/>
                    </a:lnT>
                    <a:lnB w="6350">
                      <a:solidFill>
                        <a:srgbClr val="C9CED8"/>
                      </a:solidFill>
                    </a:lnB>
                    <a:solidFill>
                      <a:srgbClr val="EEF1F8"/>
                    </a:solidFill>
                  </a:tcPr>
                </a:tc>
                <a:tc>
                  <a:txBody>
                    <a:bodyPr/>
                    <a:lstStyle/>
                    <a:p>
                      <a:r>
                        <a:rPr lang="en-US" sz="1200" b="0" dirty="0"/>
                        <a:t xml:space="preserve">rejected by DB CHECK</a:t>
                      </a:r>
                    </a:p>
                  </a:txBody>
                  <a:tcPr marL="91440" marR="91440" marT="27432" marB="27432" anchor="ctr">
                    <a:lnL>
                      <a:noFill/>
                    </a:lnL>
                    <a:lnR>
                      <a:noFill/>
                    </a:lnR>
                    <a:lnT>
                      <a:noFill/>
                    </a:lnT>
                    <a:lnB w="6350">
                      <a:solidFill>
                        <a:srgbClr val="C9CED8"/>
                      </a:solidFill>
                    </a:lnB>
                    <a:solidFill>
                      <a:srgbClr val="EEF1F8"/>
                    </a:solidFill>
                  </a:tcPr>
                </a:tc>
              </a:tr>
              <a:tr h="274320">
                <a:tc>
                  <a:txBody>
                    <a:bodyPr/>
                    <a:lstStyle/>
                    <a:p>
                      <a:r>
                        <a:rPr lang="en-US" sz="1200" b="0" dirty="0"/>
                        <a:t xml:space="preserve">Deleting a calculation</a:t>
                      </a:r>
                    </a:p>
                  </a:txBody>
                  <a:tcPr marL="91440" marR="91440" marT="27432" marB="27432" anchor="ctr">
                    <a:lnL>
                      <a:noFill/>
                    </a:lnL>
                    <a:lnR>
                      <a:noFill/>
                    </a:lnR>
                    <a:lnT>
                      <a:noFill/>
                    </a:lnT>
                    <a:lnB w="6350">
                      <a:solidFill>
                        <a:srgbClr val="C9CED8"/>
                      </a:solidFill>
                    </a:lnB>
                    <a:solidFill>
                      <a:srgbClr val="FFFFFF"/>
                    </a:solidFill>
                  </a:tcPr>
                </a:tc>
                <a:tc>
                  <a:txBody>
                    <a:bodyPr/>
                    <a:lstStyle/>
                    <a:p>
                      <a:r>
                        <a:rPr lang="en-US" sz="1200" b="0" dirty="0"/>
                        <a:t xml:space="preserve">removes its income and costs</a:t>
                      </a:r>
                    </a:p>
                  </a:txBody>
                  <a:tcPr marL="91440" marR="91440" marT="27432" marB="27432" anchor="ctr">
                    <a:lnL>
                      <a:noFill/>
                    </a:lnL>
                    <a:lnR>
                      <a:noFill/>
                    </a:lnR>
                    <a:lnT>
                      <a:noFill/>
                    </a:lnT>
                    <a:lnB w="6350">
                      <a:solidFill>
                        <a:srgbClr val="C9CED8"/>
                      </a:solidFill>
                    </a:lnB>
                    <a:solidFill>
                      <a:srgbClr val="FFFFFF"/>
                    </a:solidFill>
                  </a:tcPr>
                </a:tc>
              </a:tr>
            </a:tbl>
          </a:graphicData>
        </a:graphic>
      </p:graphicFrame>
      <p:sp>
        <p:nvSpPr>
          <p:cNvPr id="23" name="Test code"/>
          <p:cNvSpPr/>
          <p:nvPr/>
        </p:nvSpPr>
        <p:spPr>
          <a:xfrm>
            <a:off x="4937760" y="5559552"/>
            <a:ext cx="6656832" cy="685800"/>
          </a:xfrm>
          <a:prstGeom prst="roundRect">
            <a:avLst>
              <a:gd name="adj" fmla="val 8000"/>
            </a:avLst>
          </a:prstGeom>
          <a:solidFill>
            <a:srgbClr val="1A3682"/>
          </a:solidFill>
          <a:ln>
            <a:noFill/>
          </a:ln>
        </p:spPr>
        <p:txBody>
          <a:bodyPr wrap="square" lIns="137160" tIns="36576" rIns="91440" bIns="36576" anchor="ctr" rtlCol="0">
            <a:noAutofit/>
          </a:bodyPr>
          <a:lstStyle/>
          <a:p>
            <a:pPr algn="l" marL="0" indent="0">
              <a:spcBef>
                <a:spcPts val="0"/>
              </a:spcBef>
              <a:spcAft>
                <a:spcPts val="0"/>
              </a:spcAft>
              <a:buNone/>
            </a:pPr>
            <a:r>
              <a:rPr lang="en-US" sz="1100" b="0" dirty="0">
                <a:solidFill>
                  <a:srgbClr val="FFFFFF"/>
                </a:solidFill>
                <a:latin typeface="Courier New"/>
                <a:cs typeface="Courier New"/>
              </a:rPr>
              <a:t xml:space="preserve">result = service.calculate(SHIPMENT_ID, request("230.50", "200", "0"));</a:t>
            </a:r>
          </a:p>
          <a:p>
            <a:pPr algn="l" marL="0" indent="0">
              <a:spcBef>
                <a:spcPts val="0"/>
              </a:spcBef>
              <a:spcAft>
                <a:spcPts val="0"/>
              </a:spcAft>
              <a:buNone/>
            </a:pPr>
            <a:r>
              <a:rPr lang="en-US" sz="1100" b="0" dirty="0">
                <a:solidFill>
                  <a:srgbClr val="FFFFFF"/>
                </a:solidFill>
                <a:latin typeface="Courier New"/>
                <a:cs typeface="Courier New"/>
              </a:rPr>
              <a:t xml:space="preserve">assertThat(result.profitOrLoss()).isEqualByComparingTo("30.50");</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28224&quot;&gt;&lt;version val=&quot;35278&quot;/&gt;&lt;CPresentation id=&quot;1&quot;&gt;&lt;m_precDefaultNumber&gt;&lt;m_yearfmt&gt;&lt;begin val=&quot;0&quot;/&gt;&lt;end val=&quot;4&quot;/&gt;&lt;/m_yearfmt&gt;&lt;/m_precDefaultNumber&gt;&lt;m_precDefaultPercent&gt;&lt;m_yearfmt&gt;&lt;begin val=&quot;0&quot;/&gt;&lt;end val=&quot;4&quot;/&gt;&lt;/m_yearfmt&gt;&lt;/m_precDefaultPercent&gt;&lt;m_precDefaultDate&gt;&lt;m_bNumberIsYear val=&quot;0&quot;/&gt;&lt;m_strFormatTime&gt;%d.%m.%Y&lt;/m_strFormatTime&gt;&lt;m_yearfmt&gt;&lt;begin val=&quot;0&quot;/&gt;&lt;end val=&quot;0&quot;/&gt;&lt;/m_yearfmt&gt;&lt;/m_precDefaultDate&gt;&lt;m_precDefaultDay&gt;&lt;m_bNumberIsYear val=&quot;0&quot;/&gt;&lt;m_strFormatTime&gt;%#d&lt;/m_strFormatTime&gt;&lt;m_yearfmt&gt;&lt;begin val=&quot;0&quot;/&gt;&lt;end val=&quot;4&quot;/&gt;&lt;/m_yearfmt&gt;&lt;/m_precDefaultDay&gt;&lt;m_precDefaultWeek&gt;&lt;m_bNumberIsYear val=&quot;0&quot;/&gt;&lt;m_strFormatTime&gt;%4&lt;/m_strFormatTime&gt;&lt;m_yearfmt&gt;&lt;begin val=&quot;0&quot;/&gt;&lt;end val=&quot;4&quot;/&gt;&lt;/m_yearfmt&gt;&lt;/m_precDefaultWeek&gt;&lt;m_precDefaultMonth&gt;&lt;m_bNumberIsYear val=&quot;0&quot;/&gt;&lt;m_strFormatTime&gt;%m&lt;/m_strFormatTime&gt;&lt;m_yearfmt&gt;&lt;begin val=&quot;0&quot;/&gt;&lt;end val=&quot;4&quot;/&gt;&lt;/m_yearfmt&gt;&lt;/m_precDefaultMonth&gt;&lt;m_precDefaultQuarter&gt;&lt;m_bNumberIsYear val=&quot;0&quot;/&gt;&lt;m_strFormatTime&gt;Q%5&lt;/m_strFormatTime&gt;&lt;m_yearfmt&gt;&lt;begin val=&quot;0&quot;/&gt;&lt;end val=&quot;4&quot;/&gt;&lt;/m_yearfmt&gt;&lt;/m_precDefaultQuarter&gt;&lt;m_precDefaultYear&gt;&lt;m_bNumberIsYear val=&quot;0&quot;/&gt;&lt;m_strFormatTime&gt;%Y&lt;/m_strFormatTime&gt;&lt;m_yearfmt&gt;&lt;begin val=&quot;0&quot;/&gt;&lt;end val=&quot;0&quot;/&gt;&lt;/m_yearfmt&gt;&lt;/m_precDefaultYear&gt;&lt;m_precDefaultFYDay&gt;&lt;m_yearfmt&gt;&lt;begin val=&quot;0&quot;/&gt;&lt;end val=&quot;4&quot;/&gt;&lt;/m_yearfmt&gt;&lt;/m_precDefaultFYDay&gt;&lt;m_precDefaultFYWeek&gt;&lt;m_yearfmt&gt;&lt;begin val=&quot;0&quot;/&gt;&lt;end val=&quot;4&quot;/&gt;&lt;/m_yearfmt&gt;&lt;/m_precDefaultFYWeek&gt;&lt;m_precDefaultFYMonth&gt;&lt;m_yearfmt&gt;&lt;begin val=&quot;0&quot;/&gt;&lt;end val=&quot;4&quot;/&gt;&lt;/m_yearfmt&gt;&lt;/m_precDefaultFYMonth&gt;&lt;m_precDefaultFYQuarter&gt;&lt;m_yearfmt&gt;&lt;begin val=&quot;0&quot;/&gt;&lt;end val=&quot;4&quot;/&gt;&lt;/m_yearfmt&gt;&lt;/m_precDefaultFYQuarter&gt;&lt;m_precDefaultFYYear&gt;&lt;m_yearfmt&gt;&lt;begin val=&quot;0&quot;/&gt;&lt;end val=&quot;4&quot;/&gt;&lt;/m_yearfmt&gt;&lt;/m_precDefaultFYYear&gt;&lt;m_mruColor&gt;&lt;m_vecMRU length=&quot;0&quot;/&gt;&lt;/m_mruColor&gt;&lt;m_eweekdayFirstOfWeek val=&quot;2&quot;/&gt;&lt;m_eweekdayFirstOfWorkweek val=&quot;2&quot;/&gt;&lt;m_eweekdayFirstOfWeekend val=&quot;7&quot;/&gt;&lt;/CPresentation&gt;&lt;/root&gt;"/>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DACHSER SE PowerPoint Master">
  <a:themeElements>
    <a:clrScheme name="DACHSER SE">
      <a:dk1>
        <a:sysClr val="windowText" lastClr="000000"/>
      </a:dk1>
      <a:lt1>
        <a:sysClr val="window" lastClr="FFFFFF"/>
      </a:lt1>
      <a:dk2>
        <a:srgbClr val="841E36"/>
      </a:dk2>
      <a:lt2>
        <a:srgbClr val="9EA0A3"/>
      </a:lt2>
      <a:accent1>
        <a:srgbClr val="1A3682"/>
      </a:accent1>
      <a:accent2>
        <a:srgbClr val="8191BA"/>
      </a:accent2>
      <a:accent3>
        <a:srgbClr val="FBBA00"/>
      </a:accent3>
      <a:accent4>
        <a:srgbClr val="FDD973"/>
      </a:accent4>
      <a:accent5>
        <a:srgbClr val="106634"/>
      </a:accent5>
      <a:accent6>
        <a:srgbClr val="87B299"/>
      </a:accent6>
      <a:hlink>
        <a:srgbClr val="FFC000"/>
      </a:hlink>
      <a:folHlink>
        <a:srgbClr val="FFC000"/>
      </a:folHlink>
    </a:clrScheme>
    <a:fontScheme name="DACHSER S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noFill/>
        <a:ln w="9525">
          <a:solidFill>
            <a:schemeClr val="accent1"/>
          </a:solidFill>
          <a:miter lim="800000"/>
        </a:ln>
      </a:spPr>
      <a:bodyPr lIns="36000" tIns="36000" rIns="36000" bIns="36000" rtlCol="0" anchor="ctr"/>
      <a:lstStyle>
        <a:defPPr marL="0" indent="0" algn="ctr">
          <a:lnSpc>
            <a:spcPct val="90000"/>
          </a:lnSpc>
          <a:spcAft>
            <a:spcPts val="1000"/>
          </a:spcAft>
          <a:buClr>
            <a:schemeClr val="accent1"/>
          </a:buClr>
          <a:buSzPct val="95000"/>
          <a:buFontTx/>
          <a:buNone/>
          <a:defRPr noProof="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bwMode="gray">
        <a:ln w="9525">
          <a:solidFill>
            <a:schemeClr val="accent1"/>
          </a:solidFill>
          <a:miter lim="800000"/>
          <a:headEnd type="none" w="lg" len="med"/>
          <a:tailEnd type="none"/>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324000" indent="-324000" algn="l">
          <a:lnSpc>
            <a:spcPct val="90000"/>
          </a:lnSpc>
          <a:spcAft>
            <a:spcPts val="1200"/>
          </a:spcAft>
          <a:buClr>
            <a:schemeClr val="accent1"/>
          </a:buClr>
          <a:buSzPct val="70000"/>
          <a:buFont typeface="Wingdings" panose="05000000000000000000" pitchFamily="2" charset="2"/>
          <a:buChar char=""/>
          <a:defRPr noProof="0" dirty="0" err="1" smtClean="0"/>
        </a:defPPr>
      </a:lstStyle>
    </a:txDef>
  </a:objectDefaults>
  <a:extraClrSchemeLst/>
  <a:extLst>
    <a:ext uri="{05A4C25C-085E-4340-85A3-A5531E510DB2}">
      <thm15:themeFamily xmlns:thm15="http://schemas.microsoft.com/office/thememl/2012/main" name="Dachser Template.potx" id="{CEB90DE8-C6F3-4274-92EA-D6EF70A84F9C}" vid="{F6C42C81-27B7-4EF9-B40B-9C6E2B9A687B}"/>
    </a:ext>
  </a:extLst>
</a:theme>
</file>

<file path=ppt/theme/theme2.xml><?xml version="1.0" encoding="utf-8"?>
<a:theme xmlns:a="http://schemas.openxmlformats.org/drawingml/2006/main" name="Larissa">
  <a:themeElements>
    <a:clrScheme name="DACHSER SE">
      <a:dk1>
        <a:sysClr val="windowText" lastClr="000000"/>
      </a:dk1>
      <a:lt1>
        <a:sysClr val="window" lastClr="FFFFFF"/>
      </a:lt1>
      <a:dk2>
        <a:srgbClr val="000000"/>
      </a:dk2>
      <a:lt2>
        <a:srgbClr val="FFFFFF"/>
      </a:lt2>
      <a:accent1>
        <a:srgbClr val="1A3682"/>
      </a:accent1>
      <a:accent2>
        <a:srgbClr val="8191BA"/>
      </a:accent2>
      <a:accent3>
        <a:srgbClr val="FBBA00"/>
      </a:accent3>
      <a:accent4>
        <a:srgbClr val="FDD973"/>
      </a:accent4>
      <a:accent5>
        <a:srgbClr val="106634"/>
      </a:accent5>
      <a:accent6>
        <a:srgbClr val="841E36"/>
      </a:accent6>
      <a:hlink>
        <a:srgbClr val="FFC000"/>
      </a:hlink>
      <a:folHlink>
        <a:srgbClr val="FFC000"/>
      </a:folHlink>
    </a:clrScheme>
    <a:fontScheme name="Kapsch">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DACHSER SE">
      <a:dk1>
        <a:sysClr val="windowText" lastClr="000000"/>
      </a:dk1>
      <a:lt1>
        <a:sysClr val="window" lastClr="FFFFFF"/>
      </a:lt1>
      <a:dk2>
        <a:srgbClr val="000000"/>
      </a:dk2>
      <a:lt2>
        <a:srgbClr val="FFFFFF"/>
      </a:lt2>
      <a:accent1>
        <a:srgbClr val="1A3682"/>
      </a:accent1>
      <a:accent2>
        <a:srgbClr val="8191BA"/>
      </a:accent2>
      <a:accent3>
        <a:srgbClr val="FBBA00"/>
      </a:accent3>
      <a:accent4>
        <a:srgbClr val="FDD973"/>
      </a:accent4>
      <a:accent5>
        <a:srgbClr val="106634"/>
      </a:accent5>
      <a:accent6>
        <a:srgbClr val="841E36"/>
      </a:accent6>
      <a:hlink>
        <a:srgbClr val="FFC000"/>
      </a:hlink>
      <a:folHlink>
        <a:srgbClr val="FFC000"/>
      </a:folHlink>
    </a:clrScheme>
    <a:fontScheme name="Kaps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blank</Template>
  <TotalTime>0</TotalTime>
  <Words>667</Words>
  <Application>Microsoft Office PowerPoint</Application>
  <PresentationFormat>Custom</PresentationFormat>
  <Paragraphs>67</Paragraphs>
  <Slides>8</Slides>
  <Notes>8</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5</vt:i4>
      </vt:variant>
    </vt:vector>
  </HeadingPairs>
  <TitlesOfParts>
    <vt:vector size="11" baseType="lpstr">
      <vt:lpstr>Symbol</vt:lpstr>
      <vt:lpstr>Consolas</vt:lpstr>
      <vt:lpstr>Wingdings</vt:lpstr>
      <vt:lpstr>Arial</vt:lpstr>
      <vt:lpstr>DACHSER SE PowerPoint Master</vt:lpstr>
      <vt:lpstr>Diapositiva de think-cell</vt:lpstr>
      <vt:lpstr>Assessment Scenario: Logistics Income and Cost Evaluation System </vt:lpstr>
      <vt:lpstr>Task 1: Java Backend Implementation</vt:lpstr>
      <vt:lpstr>Task 1: Java Backend Implementation</vt:lpstr>
      <vt:lpstr>Task 2: Angular Frontend Implementation</vt:lpstr>
      <vt:lpstr>Task 2: Angular Frontend Implementation</vt:lpstr>
    </vt:vector>
  </TitlesOfParts>
  <Manager>www.dachser.com</Manager>
  <Company>DACHSER 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Implementation and Rollout plan Blue Water Sailing Schedules</dc:title>
  <dc:creator>Joachim Albers</dc:creator>
  <dc:description>www.dachser.com</dc:description>
  <cp:lastModifiedBy>Filipe Teixeira (876)</cp:lastModifiedBy>
  <cp:revision>10</cp:revision>
  <cp:lastPrinted>2024-05-31T17:31:52Z</cp:lastPrinted>
  <dcterms:created xsi:type="dcterms:W3CDTF">2024-05-29T05:19:38Z</dcterms:created>
  <dcterms:modified xsi:type="dcterms:W3CDTF">2025-03-12T14:13:45Z</dcterms:modified>
  <cp:category>www.dachser.com</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3e5a936a-3ba6-429d-a189-412c8b1a86ed_Enabled">
    <vt:lpwstr>true</vt:lpwstr>
  </property>
  <property fmtid="{D5CDD505-2E9C-101B-9397-08002B2CF9AE}" pid="3" name="MSIP_Label_3e5a936a-3ba6-429d-a189-412c8b1a86ed_SetDate">
    <vt:lpwstr>2024-05-29T07:30:44Z</vt:lpwstr>
  </property>
  <property fmtid="{D5CDD505-2E9C-101B-9397-08002B2CF9AE}" pid="4" name="MSIP_Label_3e5a936a-3ba6-429d-a189-412c8b1a86ed_Method">
    <vt:lpwstr>Standard</vt:lpwstr>
  </property>
  <property fmtid="{D5CDD505-2E9C-101B-9397-08002B2CF9AE}" pid="5" name="MSIP_Label_3e5a936a-3ba6-429d-a189-412c8b1a86ed_Name">
    <vt:lpwstr>Standard</vt:lpwstr>
  </property>
  <property fmtid="{D5CDD505-2E9C-101B-9397-08002B2CF9AE}" pid="6" name="MSIP_Label_3e5a936a-3ba6-429d-a189-412c8b1a86ed_SiteId">
    <vt:lpwstr>02156bc4-d21d-4066-bb8c-74c422d0e122</vt:lpwstr>
  </property>
  <property fmtid="{D5CDD505-2E9C-101B-9397-08002B2CF9AE}" pid="7" name="MSIP_Label_3e5a936a-3ba6-429d-a189-412c8b1a86ed_ActionId">
    <vt:lpwstr>7d5f1000-72f1-4afa-a104-52eef9920b60</vt:lpwstr>
  </property>
  <property fmtid="{D5CDD505-2E9C-101B-9397-08002B2CF9AE}" pid="8" name="MSIP_Label_3e5a936a-3ba6-429d-a189-412c8b1a86ed_ContentBits">
    <vt:lpwstr>0</vt:lpwstr>
  </property>
</Properties>
</file>